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5BC7E4-1D37-4B96-A37F-ADAC72C3D82D}" v="2" dt="2026-05-01T07:56:30.9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k Heien" userId="daacda521fd78511" providerId="LiveId" clId="{8C01A4EA-C2C8-4A6F-BA7E-19A41EFE08FB}"/>
    <pc:docChg chg="custSel modSld">
      <pc:chgData name="Mark Heien" userId="daacda521fd78511" providerId="LiveId" clId="{8C01A4EA-C2C8-4A6F-BA7E-19A41EFE08FB}" dt="2026-05-02T00:04:09.486" v="13" actId="14100"/>
      <pc:docMkLst>
        <pc:docMk/>
      </pc:docMkLst>
      <pc:sldChg chg="addSp delSp modSp mod">
        <pc:chgData name="Mark Heien" userId="daacda521fd78511" providerId="LiveId" clId="{8C01A4EA-C2C8-4A6F-BA7E-19A41EFE08FB}" dt="2026-05-02T00:04:09.486" v="13" actId="14100"/>
        <pc:sldMkLst>
          <pc:docMk/>
          <pc:sldMk cId="2144817585" sldId="256"/>
        </pc:sldMkLst>
        <pc:picChg chg="add del mod">
          <ac:chgData name="Mark Heien" userId="daacda521fd78511" providerId="LiveId" clId="{8C01A4EA-C2C8-4A6F-BA7E-19A41EFE08FB}" dt="2026-05-02T00:03:47.775" v="9" actId="478"/>
          <ac:picMkLst>
            <pc:docMk/>
            <pc:sldMk cId="2144817585" sldId="256"/>
            <ac:picMk id="2" creationId="{505A3572-BAC3-072F-0E05-959E924B55D9}"/>
          </ac:picMkLst>
        </pc:picChg>
        <pc:picChg chg="add del mod">
          <ac:chgData name="Mark Heien" userId="daacda521fd78511" providerId="LiveId" clId="{8C01A4EA-C2C8-4A6F-BA7E-19A41EFE08FB}" dt="2026-05-02T00:03:50.128" v="11" actId="478"/>
          <ac:picMkLst>
            <pc:docMk/>
            <pc:sldMk cId="2144817585" sldId="256"/>
            <ac:picMk id="3" creationId="{6426DD8E-0012-DF8F-70FA-9E6CA3A6D07B}"/>
          </ac:picMkLst>
        </pc:picChg>
        <pc:picChg chg="add del mod">
          <ac:chgData name="Mark Heien" userId="daacda521fd78511" providerId="LiveId" clId="{8C01A4EA-C2C8-4A6F-BA7E-19A41EFE08FB}" dt="2026-05-02T00:03:48.663" v="10" actId="478"/>
          <ac:picMkLst>
            <pc:docMk/>
            <pc:sldMk cId="2144817585" sldId="256"/>
            <ac:picMk id="6" creationId="{B83AF38C-2667-CECB-B6AF-5025FB579E55}"/>
          </ac:picMkLst>
        </pc:picChg>
        <pc:picChg chg="add mod">
          <ac:chgData name="Mark Heien" userId="daacda521fd78511" providerId="LiveId" clId="{8C01A4EA-C2C8-4A6F-BA7E-19A41EFE08FB}" dt="2026-05-02T00:04:09.486" v="13" actId="14100"/>
          <ac:picMkLst>
            <pc:docMk/>
            <pc:sldMk cId="2144817585" sldId="256"/>
            <ac:picMk id="7" creationId="{54B8AB9B-44F1-101A-8F6F-59B6DA5841F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315E3-4A8B-76BA-B155-4F99992E03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D37055-7A34-3AA8-073C-41017B6BEF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236AF-2190-6266-FC32-2D04FC880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BB869-A9C1-4E0F-A9D3-27E7B041C12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78491-2BA1-925E-855A-ED982FAE5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08861-0749-CC01-A48B-FD68B61F3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EC46C-11A5-4FF4-BA57-3C982492D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384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A93CF-BB38-7DE8-4B6A-AD5E89007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E09E6-8B0B-7F34-3103-70044B9A5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5EEFC-5E38-6C38-FEB0-D58CA6E99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BB869-A9C1-4E0F-A9D3-27E7B041C12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E8543-0B55-97C4-C343-94B9B3A73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54D59C-50F4-418C-9877-D40C3D7B6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EC46C-11A5-4FF4-BA57-3C982492D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685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5EE2B-69B1-5260-68A0-E608D6E23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77D8B8-AEC4-5CEF-6AFB-BCA13D8C6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868A6-F386-C321-A1A9-B53D4EE1A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BB869-A9C1-4E0F-A9D3-27E7B041C12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DFCFE-23A5-9CF2-14D2-C3C9AD485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F8532-B91E-999D-5166-CDCE021BF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EC46C-11A5-4FF4-BA57-3C982492D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501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C64F6-E691-95B7-9B62-712CE5B42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715F6-F3D6-3625-D55A-B782C61093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7C1362-01A9-F2A3-FEE7-D545359CA5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7E9747-B2B7-7A06-E5CA-5E4069D72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BB869-A9C1-4E0F-A9D3-27E7B041C12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5BB46B-7C31-4FCC-07F4-37B8B74C5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9286C4-8533-095B-1048-E28444AFD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EC46C-11A5-4FF4-BA57-3C982492D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762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C5BDF-16DE-7EF8-33E1-824408603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3EF79A-BFFE-3A8B-3092-8066F9535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257DB1-CB62-CB10-316E-189C6EEED7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E53DCE-5677-05E6-8989-00B26C8F81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9A443B-0817-F82D-CFAE-3AFF2B10A0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9EAAF9-67A2-171E-BE0D-52D984E24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BB869-A9C1-4E0F-A9D3-27E7B041C12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C3863F-EDBE-DA39-E796-0DA41C9D2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FFC19D-687C-163F-3CC9-7169CE715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EC46C-11A5-4FF4-BA57-3C982492D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733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16120-0A7F-178A-271D-DD1612805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841CFB-3112-D9CD-929A-28A3B140F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BB869-A9C1-4E0F-A9D3-27E7B041C12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FCF919-8D38-9167-4FFE-F79F4CECE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538BED-06E2-96A0-35D1-9B1783C27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EC46C-11A5-4FF4-BA57-3C982492D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188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0AA9A6-A57D-80E9-0CDE-B6BA5A054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BB869-A9C1-4E0F-A9D3-27E7B041C12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5E0155-89B6-6B5C-03DE-E364E0C2C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A56B3-A8FF-ED71-8F54-5B0E3AE25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EC46C-11A5-4FF4-BA57-3C982492D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790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6B20C-2F8D-9A31-BC49-5BB6AC103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C1559-740F-6082-3795-8D66773F7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B0C1A3-3990-526D-A6D6-1AD5788B4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9B6D6A-98C8-165E-6065-EC29A9333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BB869-A9C1-4E0F-A9D3-27E7B041C12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7209A2-3F4E-80AD-6585-F022D3F9D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8B9A25-DEBF-6761-AAA4-B508F27A9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EC46C-11A5-4FF4-BA57-3C982492D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799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78C65-6581-1D79-2FED-AEC12899F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4D3BE2-3B29-38C6-0615-364CE35F98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5997F1-C08D-243A-A033-A6418B9BAA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55904-C72B-CD38-FFAC-E36273BA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BB869-A9C1-4E0F-A9D3-27E7B041C12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4CF04D-F10D-69A9-5059-3B842C36F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5B1365-5223-581F-262A-2E73CD059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EC46C-11A5-4FF4-BA57-3C982492D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841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DBC32-E6DC-C0B1-7E80-CAEF03D1D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C70189-8CFA-3476-E377-92C65AF4C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91DB5-C4F9-14A0-C972-1EEE07093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BB869-A9C1-4E0F-A9D3-27E7B041C12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1EAEC-5329-533D-9608-C8F431E9B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D1596-6810-2A8B-354E-FB8C729BA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EC46C-11A5-4FF4-BA57-3C982492D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099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2F49AC-9FFF-0056-5074-938BEF3043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5D6533-7943-9AC5-9BDF-498F23A06A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4EC17-723B-3D5A-4C9C-FE7AF896B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BB869-A9C1-4E0F-A9D3-27E7B041C12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6DDFD-0FB3-C41A-299E-82C0FABF8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24276-190A-E161-5BE0-A42D498C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EC46C-11A5-4FF4-BA57-3C982492D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729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FED4DF-1017-97CA-D8B1-E3D1C5345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05F0C-39A1-AB5C-671E-04D0C92E51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973E1-9CC5-28A9-5A39-60BB22D9A7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EBB869-A9C1-4E0F-A9D3-27E7B041C12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27B8D-092A-741C-F93D-8159F61D7D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5CE87-96BE-79BA-3D8E-A6E728AE09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8EC46C-11A5-4FF4-BA57-3C982492D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121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0B0296-6157-CB0D-F96A-E0E197C2A038}"/>
              </a:ext>
            </a:extLst>
          </p:cNvPr>
          <p:cNvSpPr txBox="1"/>
          <p:nvPr/>
        </p:nvSpPr>
        <p:spPr>
          <a:xfrm>
            <a:off x="438912" y="118872"/>
            <a:ext cx="11484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Block Flow Diagram — Pre-1937 Seattle Gas Works Coal Gasification Plant (Lake Station)</a:t>
            </a:r>
          </a:p>
          <a:p>
            <a:pPr algn="ctr"/>
            <a:r>
              <a:rPr lang="en-US" dirty="0"/>
              <a:t>Production target: 170,000 Nm³/day city gas at 0 °C, 1 atm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B8AB9B-44F1-101A-8F6F-59B6DA584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875108"/>
            <a:ext cx="7977188" cy="5982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817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31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Heien</dc:creator>
  <cp:lastModifiedBy>Mark Heien</cp:lastModifiedBy>
  <cp:revision>2</cp:revision>
  <dcterms:created xsi:type="dcterms:W3CDTF">2026-05-01T04:36:32Z</dcterms:created>
  <dcterms:modified xsi:type="dcterms:W3CDTF">2026-05-02T00:04:17Z</dcterms:modified>
</cp:coreProperties>
</file>