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0058400" cy="134413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442D5D-4592-4188-8EB9-B2A2CD1AD556}" v="26" dt="2026-05-15T23:42:23.3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200" d="100"/>
          <a:sy n="200" d="100"/>
        </p:scale>
        <p:origin x="-4188" y="-6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k Heien" userId="daacda521fd78511" providerId="LiveId" clId="{8C01A4EA-C2C8-4A6F-BA7E-19A41EFE08FB}"/>
    <pc:docChg chg="undo custSel modSld">
      <pc:chgData name="Mark Heien" userId="daacda521fd78511" providerId="LiveId" clId="{8C01A4EA-C2C8-4A6F-BA7E-19A41EFE08FB}" dt="2026-05-15T23:46:40.811" v="364" actId="14100"/>
      <pc:docMkLst>
        <pc:docMk/>
      </pc:docMkLst>
      <pc:sldChg chg="addSp delSp modSp mod">
        <pc:chgData name="Mark Heien" userId="daacda521fd78511" providerId="LiveId" clId="{8C01A4EA-C2C8-4A6F-BA7E-19A41EFE08FB}" dt="2026-05-15T23:46:40.811" v="364" actId="14100"/>
        <pc:sldMkLst>
          <pc:docMk/>
          <pc:sldMk cId="1586133757" sldId="256"/>
        </pc:sldMkLst>
        <pc:spChg chg="add mod">
          <ac:chgData name="Mark Heien" userId="daacda521fd78511" providerId="LiveId" clId="{8C01A4EA-C2C8-4A6F-BA7E-19A41EFE08FB}" dt="2026-05-15T23:46:40.811" v="364" actId="14100"/>
          <ac:spMkLst>
            <pc:docMk/>
            <pc:sldMk cId="1586133757" sldId="256"/>
            <ac:spMk id="2" creationId="{865546FC-CD8D-7045-5128-548C9AA24F7E}"/>
          </ac:spMkLst>
        </pc:spChg>
        <pc:spChg chg="mod">
          <ac:chgData name="Mark Heien" userId="daacda521fd78511" providerId="LiveId" clId="{8C01A4EA-C2C8-4A6F-BA7E-19A41EFE08FB}" dt="2026-05-15T22:52:40.622" v="202" actId="20577"/>
          <ac:spMkLst>
            <pc:docMk/>
            <pc:sldMk cId="1586133757" sldId="256"/>
            <ac:spMk id="13" creationId="{88F55788-19E3-65DB-474F-54EA4AE183A8}"/>
          </ac:spMkLst>
        </pc:spChg>
        <pc:spChg chg="mod">
          <ac:chgData name="Mark Heien" userId="daacda521fd78511" providerId="LiveId" clId="{8C01A4EA-C2C8-4A6F-BA7E-19A41EFE08FB}" dt="2026-05-15T22:04:32.015" v="65" actId="403"/>
          <ac:spMkLst>
            <pc:docMk/>
            <pc:sldMk cId="1586133757" sldId="256"/>
            <ac:spMk id="16" creationId="{A9971503-D66A-3679-8ACB-BDCE2603AA15}"/>
          </ac:spMkLst>
        </pc:spChg>
        <pc:spChg chg="mod">
          <ac:chgData name="Mark Heien" userId="daacda521fd78511" providerId="LiveId" clId="{8C01A4EA-C2C8-4A6F-BA7E-19A41EFE08FB}" dt="2026-05-15T22:04:40.766" v="69" actId="403"/>
          <ac:spMkLst>
            <pc:docMk/>
            <pc:sldMk cId="1586133757" sldId="256"/>
            <ac:spMk id="19" creationId="{E2027D52-3B8E-1F69-4F92-384E4F8B6C6E}"/>
          </ac:spMkLst>
        </pc:spChg>
        <pc:spChg chg="mod">
          <ac:chgData name="Mark Heien" userId="daacda521fd78511" providerId="LiveId" clId="{8C01A4EA-C2C8-4A6F-BA7E-19A41EFE08FB}" dt="2026-05-15T22:04:56.017" v="77" actId="403"/>
          <ac:spMkLst>
            <pc:docMk/>
            <pc:sldMk cId="1586133757" sldId="256"/>
            <ac:spMk id="22" creationId="{99DD5724-FCEA-1C71-E985-C04072D50373}"/>
          </ac:spMkLst>
        </pc:spChg>
        <pc:spChg chg="mod">
          <ac:chgData name="Mark Heien" userId="daacda521fd78511" providerId="LiveId" clId="{8C01A4EA-C2C8-4A6F-BA7E-19A41EFE08FB}" dt="2026-05-15T22:05:03.543" v="81" actId="403"/>
          <ac:spMkLst>
            <pc:docMk/>
            <pc:sldMk cId="1586133757" sldId="256"/>
            <ac:spMk id="25" creationId="{55D9E3BD-40F7-027D-A89A-00837CA807D6}"/>
          </ac:spMkLst>
        </pc:spChg>
        <pc:spChg chg="mod">
          <ac:chgData name="Mark Heien" userId="daacda521fd78511" providerId="LiveId" clId="{8C01A4EA-C2C8-4A6F-BA7E-19A41EFE08FB}" dt="2026-05-15T22:05:31.551" v="93" actId="403"/>
          <ac:spMkLst>
            <pc:docMk/>
            <pc:sldMk cId="1586133757" sldId="256"/>
            <ac:spMk id="29" creationId="{729A215D-073F-0317-74C2-2DD64B1EE53E}"/>
          </ac:spMkLst>
        </pc:spChg>
        <pc:spChg chg="add mod">
          <ac:chgData name="Mark Heien" userId="daacda521fd78511" providerId="LiveId" clId="{8C01A4EA-C2C8-4A6F-BA7E-19A41EFE08FB}" dt="2026-05-15T23:46:29.089" v="362" actId="1076"/>
          <ac:spMkLst>
            <pc:docMk/>
            <pc:sldMk cId="1586133757" sldId="256"/>
            <ac:spMk id="30" creationId="{FFCB8ECC-CD52-F554-A398-05A6C41F2536}"/>
          </ac:spMkLst>
        </pc:spChg>
        <pc:spChg chg="add mod">
          <ac:chgData name="Mark Heien" userId="daacda521fd78511" providerId="LiveId" clId="{8C01A4EA-C2C8-4A6F-BA7E-19A41EFE08FB}" dt="2026-05-15T23:35:24.340" v="277"/>
          <ac:spMkLst>
            <pc:docMk/>
            <pc:sldMk cId="1586133757" sldId="256"/>
            <ac:spMk id="31" creationId="{0209AB1C-7222-D876-E401-FC9DF3EE3100}"/>
          </ac:spMkLst>
        </pc:spChg>
        <pc:spChg chg="add del mod">
          <ac:chgData name="Mark Heien" userId="daacda521fd78511" providerId="LiveId" clId="{8C01A4EA-C2C8-4A6F-BA7E-19A41EFE08FB}" dt="2026-05-15T23:38:54.335" v="289" actId="478"/>
          <ac:spMkLst>
            <pc:docMk/>
            <pc:sldMk cId="1586133757" sldId="256"/>
            <ac:spMk id="32" creationId="{9DF0C33D-4246-FB6F-A18F-6E07D13364F4}"/>
          </ac:spMkLst>
        </pc:spChg>
        <pc:spChg chg="mod">
          <ac:chgData name="Mark Heien" userId="daacda521fd78511" providerId="LiveId" clId="{8C01A4EA-C2C8-4A6F-BA7E-19A41EFE08FB}" dt="2026-05-15T22:06:01.245" v="109" actId="403"/>
          <ac:spMkLst>
            <pc:docMk/>
            <pc:sldMk cId="1586133757" sldId="256"/>
            <ac:spMk id="35" creationId="{B4F03BE5-BB3F-BC75-3023-99D5A7AECA51}"/>
          </ac:spMkLst>
        </pc:spChg>
        <pc:spChg chg="add del mod">
          <ac:chgData name="Mark Heien" userId="daacda521fd78511" providerId="LiveId" clId="{8C01A4EA-C2C8-4A6F-BA7E-19A41EFE08FB}" dt="2026-05-15T23:39:08.872" v="292" actId="478"/>
          <ac:spMkLst>
            <pc:docMk/>
            <pc:sldMk cId="1586133757" sldId="256"/>
            <ac:spMk id="36" creationId="{D1B2E515-8F0E-C7B1-D939-4BB8A6770C0B}"/>
          </ac:spMkLst>
        </pc:spChg>
        <pc:spChg chg="mod">
          <ac:chgData name="Mark Heien" userId="daacda521fd78511" providerId="LiveId" clId="{8C01A4EA-C2C8-4A6F-BA7E-19A41EFE08FB}" dt="2026-05-15T22:06:10.766" v="113" actId="403"/>
          <ac:spMkLst>
            <pc:docMk/>
            <pc:sldMk cId="1586133757" sldId="256"/>
            <ac:spMk id="41" creationId="{C244CB10-3C21-F354-8FDD-74947717D040}"/>
          </ac:spMkLst>
        </pc:spChg>
        <pc:spChg chg="mod">
          <ac:chgData name="Mark Heien" userId="daacda521fd78511" providerId="LiveId" clId="{8C01A4EA-C2C8-4A6F-BA7E-19A41EFE08FB}" dt="2026-05-15T22:06:18.987" v="117" actId="403"/>
          <ac:spMkLst>
            <pc:docMk/>
            <pc:sldMk cId="1586133757" sldId="256"/>
            <ac:spMk id="45" creationId="{48DCB7E1-8ECD-EDCB-F514-E6198B3A8D59}"/>
          </ac:spMkLst>
        </pc:spChg>
        <pc:spChg chg="add del">
          <ac:chgData name="Mark Heien" userId="daacda521fd78511" providerId="LiveId" clId="{8C01A4EA-C2C8-4A6F-BA7E-19A41EFE08FB}" dt="2026-05-15T23:38:21.830" v="287" actId="22"/>
          <ac:spMkLst>
            <pc:docMk/>
            <pc:sldMk cId="1586133757" sldId="256"/>
            <ac:spMk id="46" creationId="{B14A85EB-A111-E577-C238-1F76BA1ED7EB}"/>
          </ac:spMkLst>
        </pc:spChg>
        <pc:spChg chg="mod ord">
          <ac:chgData name="Mark Heien" userId="daacda521fd78511" providerId="LiveId" clId="{8C01A4EA-C2C8-4A6F-BA7E-19A41EFE08FB}" dt="2026-05-15T22:30:45.686" v="151" actId="167"/>
          <ac:spMkLst>
            <pc:docMk/>
            <pc:sldMk cId="1586133757" sldId="256"/>
            <ac:spMk id="49" creationId="{9F3C3FCD-A1B4-4598-EDDF-4BC0DFE2E9B7}"/>
          </ac:spMkLst>
        </pc:spChg>
        <pc:spChg chg="mod">
          <ac:chgData name="Mark Heien" userId="daacda521fd78511" providerId="LiveId" clId="{8C01A4EA-C2C8-4A6F-BA7E-19A41EFE08FB}" dt="2026-05-15T22:04:13.594" v="57" actId="403"/>
          <ac:spMkLst>
            <pc:docMk/>
            <pc:sldMk cId="1586133757" sldId="256"/>
            <ac:spMk id="52" creationId="{FFB6009F-AC2E-192F-74D3-7F32451D3100}"/>
          </ac:spMkLst>
        </pc:spChg>
        <pc:spChg chg="add mod">
          <ac:chgData name="Mark Heien" userId="daacda521fd78511" providerId="LiveId" clId="{8C01A4EA-C2C8-4A6F-BA7E-19A41EFE08FB}" dt="2026-05-15T23:45:28.070" v="357" actId="2085"/>
          <ac:spMkLst>
            <pc:docMk/>
            <pc:sldMk cId="1586133757" sldId="256"/>
            <ac:spMk id="53" creationId="{F816189E-E62E-6755-B2C8-E17B77E81696}"/>
          </ac:spMkLst>
        </pc:spChg>
        <pc:spChg chg="add mod">
          <ac:chgData name="Mark Heien" userId="daacda521fd78511" providerId="LiveId" clId="{8C01A4EA-C2C8-4A6F-BA7E-19A41EFE08FB}" dt="2026-05-15T23:45:39.476" v="358" actId="2085"/>
          <ac:spMkLst>
            <pc:docMk/>
            <pc:sldMk cId="1586133757" sldId="256"/>
            <ac:spMk id="58" creationId="{188E1194-A60B-D299-FD56-114D183FF116}"/>
          </ac:spMkLst>
        </pc:spChg>
        <pc:spChg chg="add mod">
          <ac:chgData name="Mark Heien" userId="daacda521fd78511" providerId="LiveId" clId="{8C01A4EA-C2C8-4A6F-BA7E-19A41EFE08FB}" dt="2026-05-15T23:42:58.179" v="350" actId="14100"/>
          <ac:spMkLst>
            <pc:docMk/>
            <pc:sldMk cId="1586133757" sldId="256"/>
            <ac:spMk id="59" creationId="{59C981AA-BC0C-8B58-2B86-4B9B06FD2614}"/>
          </ac:spMkLst>
        </pc:spChg>
        <pc:spChg chg="add mod">
          <ac:chgData name="Mark Heien" userId="daacda521fd78511" providerId="LiveId" clId="{8C01A4EA-C2C8-4A6F-BA7E-19A41EFE08FB}" dt="2026-05-15T23:43:09.688" v="352" actId="1076"/>
          <ac:spMkLst>
            <pc:docMk/>
            <pc:sldMk cId="1586133757" sldId="256"/>
            <ac:spMk id="60" creationId="{3DA74783-5C24-E923-9EEA-8EBDB09E7719}"/>
          </ac:spMkLst>
        </pc:spChg>
        <pc:spChg chg="add mod">
          <ac:chgData name="Mark Heien" userId="daacda521fd78511" providerId="LiveId" clId="{8C01A4EA-C2C8-4A6F-BA7E-19A41EFE08FB}" dt="2026-05-15T23:45:11.843" v="356" actId="122"/>
          <ac:spMkLst>
            <pc:docMk/>
            <pc:sldMk cId="1586133757" sldId="256"/>
            <ac:spMk id="65" creationId="{B68ED953-3F51-585D-B5C3-3EB204C9CD1E}"/>
          </ac:spMkLst>
        </pc:spChg>
        <pc:spChg chg="mod">
          <ac:chgData name="Mark Heien" userId="daacda521fd78511" providerId="LiveId" clId="{8C01A4EA-C2C8-4A6F-BA7E-19A41EFE08FB}" dt="2026-05-15T22:04:03.706" v="53" actId="403"/>
          <ac:spMkLst>
            <pc:docMk/>
            <pc:sldMk cId="1586133757" sldId="256"/>
            <ac:spMk id="93" creationId="{5DC9CE53-02D6-4CBF-D8C2-E868F5D0011B}"/>
          </ac:spMkLst>
        </pc:spChg>
        <pc:spChg chg="mod">
          <ac:chgData name="Mark Heien" userId="daacda521fd78511" providerId="LiveId" clId="{8C01A4EA-C2C8-4A6F-BA7E-19A41EFE08FB}" dt="2026-05-15T22:38:12.209" v="196" actId="14100"/>
          <ac:spMkLst>
            <pc:docMk/>
            <pc:sldMk cId="1586133757" sldId="256"/>
            <ac:spMk id="95" creationId="{18DB05EE-754B-C797-B7A3-2DD5D9CF9B44}"/>
          </ac:spMkLst>
        </pc:spChg>
        <pc:spChg chg="mod">
          <ac:chgData name="Mark Heien" userId="daacda521fd78511" providerId="LiveId" clId="{8C01A4EA-C2C8-4A6F-BA7E-19A41EFE08FB}" dt="2026-05-15T22:56:30.610" v="212" actId="1076"/>
          <ac:spMkLst>
            <pc:docMk/>
            <pc:sldMk cId="1586133757" sldId="256"/>
            <ac:spMk id="96" creationId="{FFF00F5A-4256-5F11-D706-08BED150952E}"/>
          </ac:spMkLst>
        </pc:spChg>
        <pc:spChg chg="mod">
          <ac:chgData name="Mark Heien" userId="daacda521fd78511" providerId="LiveId" clId="{8C01A4EA-C2C8-4A6F-BA7E-19A41EFE08FB}" dt="2026-05-15T22:07:21.541" v="127" actId="14100"/>
          <ac:spMkLst>
            <pc:docMk/>
            <pc:sldMk cId="1586133757" sldId="256"/>
            <ac:spMk id="97" creationId="{E3CC6801-6DA2-37AA-FAC3-283FD146C228}"/>
          </ac:spMkLst>
        </pc:spChg>
        <pc:spChg chg="mod">
          <ac:chgData name="Mark Heien" userId="daacda521fd78511" providerId="LiveId" clId="{8C01A4EA-C2C8-4A6F-BA7E-19A41EFE08FB}" dt="2026-05-15T23:36:26.170" v="282" actId="1076"/>
          <ac:spMkLst>
            <pc:docMk/>
            <pc:sldMk cId="1586133757" sldId="256"/>
            <ac:spMk id="98" creationId="{9B54F367-7D12-E68F-5AFD-02AA90C46772}"/>
          </ac:spMkLst>
        </pc:spChg>
        <pc:spChg chg="mod">
          <ac:chgData name="Mark Heien" userId="daacda521fd78511" providerId="LiveId" clId="{8C01A4EA-C2C8-4A6F-BA7E-19A41EFE08FB}" dt="2026-05-15T23:36:30.139" v="283" actId="14100"/>
          <ac:spMkLst>
            <pc:docMk/>
            <pc:sldMk cId="1586133757" sldId="256"/>
            <ac:spMk id="99" creationId="{85BC7147-8B7D-14C9-9C6A-48DE1B47CF3B}"/>
          </ac:spMkLst>
        </pc:spChg>
        <pc:spChg chg="mod">
          <ac:chgData name="Mark Heien" userId="daacda521fd78511" providerId="LiveId" clId="{8C01A4EA-C2C8-4A6F-BA7E-19A41EFE08FB}" dt="2026-05-15T22:06:33.549" v="119" actId="403"/>
          <ac:spMkLst>
            <pc:docMk/>
            <pc:sldMk cId="1586133757" sldId="256"/>
            <ac:spMk id="101" creationId="{D02DEA4D-970A-DF02-1494-82E7AC3B1F49}"/>
          </ac:spMkLst>
        </pc:spChg>
        <pc:spChg chg="mod">
          <ac:chgData name="Mark Heien" userId="daacda521fd78511" providerId="LiveId" clId="{8C01A4EA-C2C8-4A6F-BA7E-19A41EFE08FB}" dt="2026-05-15T23:41:31.818" v="340" actId="207"/>
          <ac:spMkLst>
            <pc:docMk/>
            <pc:sldMk cId="1586133757" sldId="256"/>
            <ac:spMk id="104" creationId="{CD25EEF8-A36F-413F-7EAE-4097DF912DED}"/>
          </ac:spMkLst>
        </pc:spChg>
        <pc:spChg chg="mod">
          <ac:chgData name="Mark Heien" userId="daacda521fd78511" providerId="LiveId" clId="{8C01A4EA-C2C8-4A6F-BA7E-19A41EFE08FB}" dt="2026-05-15T23:41:37.579" v="341" actId="207"/>
          <ac:spMkLst>
            <pc:docMk/>
            <pc:sldMk cId="1586133757" sldId="256"/>
            <ac:spMk id="106" creationId="{14739452-1DB2-7822-B759-685FF9037070}"/>
          </ac:spMkLst>
        </pc:spChg>
        <pc:spChg chg="mod">
          <ac:chgData name="Mark Heien" userId="daacda521fd78511" providerId="LiveId" clId="{8C01A4EA-C2C8-4A6F-BA7E-19A41EFE08FB}" dt="2026-05-15T23:45:46.998" v="359" actId="2085"/>
          <ac:spMkLst>
            <pc:docMk/>
            <pc:sldMk cId="1586133757" sldId="256"/>
            <ac:spMk id="107" creationId="{281511A5-86D4-C0A6-5151-E57CED3CF5BF}"/>
          </ac:spMkLst>
        </pc:spChg>
        <pc:spChg chg="mod">
          <ac:chgData name="Mark Heien" userId="daacda521fd78511" providerId="LiveId" clId="{8C01A4EA-C2C8-4A6F-BA7E-19A41EFE08FB}" dt="2026-05-15T23:41:44.868" v="342" actId="207"/>
          <ac:spMkLst>
            <pc:docMk/>
            <pc:sldMk cId="1586133757" sldId="256"/>
            <ac:spMk id="108" creationId="{3E595AEE-20A3-8C84-23C1-9E34B365DE09}"/>
          </ac:spMkLst>
        </pc:spChg>
        <pc:spChg chg="mod">
          <ac:chgData name="Mark Heien" userId="daacda521fd78511" providerId="LiveId" clId="{8C01A4EA-C2C8-4A6F-BA7E-19A41EFE08FB}" dt="2026-05-15T23:45:52.888" v="360" actId="2085"/>
          <ac:spMkLst>
            <pc:docMk/>
            <pc:sldMk cId="1586133757" sldId="256"/>
            <ac:spMk id="109" creationId="{248C4315-FB07-6A73-D2D5-9E8F9837B521}"/>
          </ac:spMkLst>
        </pc:spChg>
        <pc:spChg chg="mod">
          <ac:chgData name="Mark Heien" userId="daacda521fd78511" providerId="LiveId" clId="{8C01A4EA-C2C8-4A6F-BA7E-19A41EFE08FB}" dt="2026-05-15T23:41:49.784" v="343" actId="207"/>
          <ac:spMkLst>
            <pc:docMk/>
            <pc:sldMk cId="1586133757" sldId="256"/>
            <ac:spMk id="110" creationId="{A0D6B100-B072-8232-B0EA-D2409D079FDB}"/>
          </ac:spMkLst>
        </pc:spChg>
        <pc:spChg chg="mod">
          <ac:chgData name="Mark Heien" userId="daacda521fd78511" providerId="LiveId" clId="{8C01A4EA-C2C8-4A6F-BA7E-19A41EFE08FB}" dt="2026-05-15T22:08:00.377" v="132" actId="403"/>
          <ac:spMkLst>
            <pc:docMk/>
            <pc:sldMk cId="1586133757" sldId="256"/>
            <ac:spMk id="112" creationId="{2E6FF6EE-9EB7-5DD8-21E9-4B11771D5E3E}"/>
          </ac:spMkLst>
        </pc:spChg>
        <pc:spChg chg="del topLvl">
          <ac:chgData name="Mark Heien" userId="daacda521fd78511" providerId="LiveId" clId="{8C01A4EA-C2C8-4A6F-BA7E-19A41EFE08FB}" dt="2026-05-15T22:53:42.799" v="203" actId="478"/>
          <ac:spMkLst>
            <pc:docMk/>
            <pc:sldMk cId="1586133757" sldId="256"/>
            <ac:spMk id="114" creationId="{72A4CCA3-932D-999D-67E9-3624CAEA3A9B}"/>
          </ac:spMkLst>
        </pc:spChg>
        <pc:spChg chg="mod topLvl">
          <ac:chgData name="Mark Heien" userId="daacda521fd78511" providerId="LiveId" clId="{8C01A4EA-C2C8-4A6F-BA7E-19A41EFE08FB}" dt="2026-05-15T22:58:37.120" v="225" actId="1076"/>
          <ac:spMkLst>
            <pc:docMk/>
            <pc:sldMk cId="1586133757" sldId="256"/>
            <ac:spMk id="115" creationId="{A0790C9A-67D2-A0FD-EFD5-5D997B499C40}"/>
          </ac:spMkLst>
        </pc:spChg>
        <pc:spChg chg="del mod topLvl">
          <ac:chgData name="Mark Heien" userId="daacda521fd78511" providerId="LiveId" clId="{8C01A4EA-C2C8-4A6F-BA7E-19A41EFE08FB}" dt="2026-05-15T22:54:36.917" v="206" actId="478"/>
          <ac:spMkLst>
            <pc:docMk/>
            <pc:sldMk cId="1586133757" sldId="256"/>
            <ac:spMk id="117" creationId="{DA9CF554-BBAD-A878-4227-934786319EB9}"/>
          </ac:spMkLst>
        </pc:spChg>
        <pc:spChg chg="mod topLvl">
          <ac:chgData name="Mark Heien" userId="daacda521fd78511" providerId="LiveId" clId="{8C01A4EA-C2C8-4A6F-BA7E-19A41EFE08FB}" dt="2026-05-15T22:54:27.239" v="204" actId="165"/>
          <ac:spMkLst>
            <pc:docMk/>
            <pc:sldMk cId="1586133757" sldId="256"/>
            <ac:spMk id="118" creationId="{6F082834-E605-F8B2-DF53-757F5D9E77C2}"/>
          </ac:spMkLst>
        </pc:spChg>
        <pc:spChg chg="del mod topLvl">
          <ac:chgData name="Mark Heien" userId="daacda521fd78511" providerId="LiveId" clId="{8C01A4EA-C2C8-4A6F-BA7E-19A41EFE08FB}" dt="2026-05-15T22:54:41.951" v="207" actId="478"/>
          <ac:spMkLst>
            <pc:docMk/>
            <pc:sldMk cId="1586133757" sldId="256"/>
            <ac:spMk id="120" creationId="{341FA192-8DC0-BB5C-AE17-318736EAE178}"/>
          </ac:spMkLst>
        </pc:spChg>
        <pc:spChg chg="mod topLvl">
          <ac:chgData name="Mark Heien" userId="daacda521fd78511" providerId="LiveId" clId="{8C01A4EA-C2C8-4A6F-BA7E-19A41EFE08FB}" dt="2026-05-15T22:57:19.989" v="214" actId="14100"/>
          <ac:spMkLst>
            <pc:docMk/>
            <pc:sldMk cId="1586133757" sldId="256"/>
            <ac:spMk id="121" creationId="{B8A8D97B-9D4F-F8A5-2FE1-DBD2DB5DBE35}"/>
          </ac:spMkLst>
        </pc:spChg>
        <pc:spChg chg="mod">
          <ac:chgData name="Mark Heien" userId="daacda521fd78511" providerId="LiveId" clId="{8C01A4EA-C2C8-4A6F-BA7E-19A41EFE08FB}" dt="2026-05-15T22:04:47.524" v="73" actId="403"/>
          <ac:spMkLst>
            <pc:docMk/>
            <pc:sldMk cId="1586133757" sldId="256"/>
            <ac:spMk id="124" creationId="{D7C5272D-ADF2-4298-951E-49CC711FC404}"/>
          </ac:spMkLst>
        </pc:spChg>
        <pc:spChg chg="mod">
          <ac:chgData name="Mark Heien" userId="daacda521fd78511" providerId="LiveId" clId="{8C01A4EA-C2C8-4A6F-BA7E-19A41EFE08FB}" dt="2026-05-15T23:32:02.074" v="241" actId="207"/>
          <ac:spMkLst>
            <pc:docMk/>
            <pc:sldMk cId="1586133757" sldId="256"/>
            <ac:spMk id="125" creationId="{BA21BC37-08EC-3798-2145-B3619F85DFE4}"/>
          </ac:spMkLst>
        </pc:spChg>
        <pc:spChg chg="mod">
          <ac:chgData name="Mark Heien" userId="daacda521fd78511" providerId="LiveId" clId="{8C01A4EA-C2C8-4A6F-BA7E-19A41EFE08FB}" dt="2026-05-15T23:32:02.074" v="241" actId="207"/>
          <ac:spMkLst>
            <pc:docMk/>
            <pc:sldMk cId="1586133757" sldId="256"/>
            <ac:spMk id="126" creationId="{05C5C442-12D4-2D05-B41F-5D17A53E1A04}"/>
          </ac:spMkLst>
        </pc:spChg>
        <pc:spChg chg="mod">
          <ac:chgData name="Mark Heien" userId="daacda521fd78511" providerId="LiveId" clId="{8C01A4EA-C2C8-4A6F-BA7E-19A41EFE08FB}" dt="2026-05-15T23:34:41.909" v="250" actId="207"/>
          <ac:spMkLst>
            <pc:docMk/>
            <pc:sldMk cId="1586133757" sldId="256"/>
            <ac:spMk id="138" creationId="{D5F97B71-50A5-07CB-EA90-4CBB54573049}"/>
          </ac:spMkLst>
        </pc:spChg>
        <pc:spChg chg="mod">
          <ac:chgData name="Mark Heien" userId="daacda521fd78511" providerId="LiveId" clId="{8C01A4EA-C2C8-4A6F-BA7E-19A41EFE08FB}" dt="2026-05-15T23:35:07.350" v="275" actId="20577"/>
          <ac:spMkLst>
            <pc:docMk/>
            <pc:sldMk cId="1586133757" sldId="256"/>
            <ac:spMk id="139" creationId="{9971CC69-29DB-A2CA-1AB9-32F7A115009B}"/>
          </ac:spMkLst>
        </pc:spChg>
        <pc:spChg chg="mod">
          <ac:chgData name="Mark Heien" userId="daacda521fd78511" providerId="LiveId" clId="{8C01A4EA-C2C8-4A6F-BA7E-19A41EFE08FB}" dt="2026-05-15T22:05:19.314" v="89" actId="403"/>
          <ac:spMkLst>
            <pc:docMk/>
            <pc:sldMk cId="1586133757" sldId="256"/>
            <ac:spMk id="142" creationId="{83A098F1-6614-71ED-93DC-3C7A372F6113}"/>
          </ac:spMkLst>
        </pc:spChg>
        <pc:spChg chg="mod">
          <ac:chgData name="Mark Heien" userId="daacda521fd78511" providerId="LiveId" clId="{8C01A4EA-C2C8-4A6F-BA7E-19A41EFE08FB}" dt="2026-05-15T22:05:53.399" v="105" actId="403"/>
          <ac:spMkLst>
            <pc:docMk/>
            <pc:sldMk cId="1586133757" sldId="256"/>
            <ac:spMk id="145" creationId="{643722BF-F0E0-543A-AFA0-66CDB47FD09F}"/>
          </ac:spMkLst>
        </pc:spChg>
        <pc:spChg chg="del">
          <ac:chgData name="Mark Heien" userId="daacda521fd78511" providerId="LiveId" clId="{8C01A4EA-C2C8-4A6F-BA7E-19A41EFE08FB}" dt="2026-05-15T22:30:54.238" v="152" actId="478"/>
          <ac:spMkLst>
            <pc:docMk/>
            <pc:sldMk cId="1586133757" sldId="256"/>
            <ac:spMk id="163" creationId="{1DC23522-7FA8-1AF8-AD25-29D821A7687D}"/>
          </ac:spMkLst>
        </pc:spChg>
        <pc:spChg chg="add del mod">
          <ac:chgData name="Mark Heien" userId="daacda521fd78511" providerId="LiveId" clId="{8C01A4EA-C2C8-4A6F-BA7E-19A41EFE08FB}" dt="2026-05-15T23:31:38.071" v="240" actId="478"/>
          <ac:spMkLst>
            <pc:docMk/>
            <pc:sldMk cId="1586133757" sldId="256"/>
            <ac:spMk id="168" creationId="{7A098144-487C-834A-FFA5-594ED1A772AB}"/>
          </ac:spMkLst>
        </pc:spChg>
        <pc:spChg chg="del">
          <ac:chgData name="Mark Heien" userId="daacda521fd78511" providerId="LiveId" clId="{8C01A4EA-C2C8-4A6F-BA7E-19A41EFE08FB}" dt="2026-05-15T23:32:18.768" v="242" actId="478"/>
          <ac:spMkLst>
            <pc:docMk/>
            <pc:sldMk cId="1586133757" sldId="256"/>
            <ac:spMk id="170" creationId="{1FDECD10-E642-D2E7-5D4A-8491FB703FAD}"/>
          </ac:spMkLst>
        </pc:spChg>
        <pc:spChg chg="del">
          <ac:chgData name="Mark Heien" userId="daacda521fd78511" providerId="LiveId" clId="{8C01A4EA-C2C8-4A6F-BA7E-19A41EFE08FB}" dt="2026-05-15T23:33:48.136" v="248" actId="478"/>
          <ac:spMkLst>
            <pc:docMk/>
            <pc:sldMk cId="1586133757" sldId="256"/>
            <ac:spMk id="171" creationId="{42C52E42-E452-22E2-60FE-023E5578C866}"/>
          </ac:spMkLst>
        </pc:spChg>
        <pc:spChg chg="del">
          <ac:chgData name="Mark Heien" userId="daacda521fd78511" providerId="LiveId" clId="{8C01A4EA-C2C8-4A6F-BA7E-19A41EFE08FB}" dt="2026-05-15T23:35:13.926" v="276" actId="478"/>
          <ac:spMkLst>
            <pc:docMk/>
            <pc:sldMk cId="1586133757" sldId="256"/>
            <ac:spMk id="172" creationId="{ED70A165-617C-8815-E28F-1FA38B5726C0}"/>
          </ac:spMkLst>
        </pc:spChg>
        <pc:spChg chg="mod">
          <ac:chgData name="Mark Heien" userId="daacda521fd78511" providerId="LiveId" clId="{8C01A4EA-C2C8-4A6F-BA7E-19A41EFE08FB}" dt="2026-05-15T22:05:37.953" v="97" actId="403"/>
          <ac:spMkLst>
            <pc:docMk/>
            <pc:sldMk cId="1586133757" sldId="256"/>
            <ac:spMk id="178" creationId="{9D218C9A-23A3-2AC4-9232-1095A397C19F}"/>
          </ac:spMkLst>
        </pc:spChg>
        <pc:grpChg chg="ord">
          <ac:chgData name="Mark Heien" userId="daacda521fd78511" providerId="LiveId" clId="{8C01A4EA-C2C8-4A6F-BA7E-19A41EFE08FB}" dt="2026-05-15T22:30:25.298" v="149" actId="167"/>
          <ac:grpSpMkLst>
            <pc:docMk/>
            <pc:sldMk cId="1586133757" sldId="256"/>
            <ac:grpSpMk id="91" creationId="{FC9C8DCA-6838-B57B-7182-A135A3059FB0}"/>
          </ac:grpSpMkLst>
        </pc:grpChg>
        <pc:grpChg chg="del mod">
          <ac:chgData name="Mark Heien" userId="daacda521fd78511" providerId="LiveId" clId="{8C01A4EA-C2C8-4A6F-BA7E-19A41EFE08FB}" dt="2026-05-15T22:53:42.799" v="203" actId="478"/>
          <ac:grpSpMkLst>
            <pc:docMk/>
            <pc:sldMk cId="1586133757" sldId="256"/>
            <ac:grpSpMk id="113" creationId="{C3719074-51B8-0E45-3349-CA8E19B5CB60}"/>
          </ac:grpSpMkLst>
        </pc:grpChg>
        <pc:grpChg chg="del mod">
          <ac:chgData name="Mark Heien" userId="daacda521fd78511" providerId="LiveId" clId="{8C01A4EA-C2C8-4A6F-BA7E-19A41EFE08FB}" dt="2026-05-15T22:54:27.239" v="204" actId="165"/>
          <ac:grpSpMkLst>
            <pc:docMk/>
            <pc:sldMk cId="1586133757" sldId="256"/>
            <ac:grpSpMk id="116" creationId="{E957B49F-1EB0-775E-8B43-38924A03706B}"/>
          </ac:grpSpMkLst>
        </pc:grpChg>
        <pc:grpChg chg="del">
          <ac:chgData name="Mark Heien" userId="daacda521fd78511" providerId="LiveId" clId="{8C01A4EA-C2C8-4A6F-BA7E-19A41EFE08FB}" dt="2026-05-15T22:54:31.711" v="205" actId="165"/>
          <ac:grpSpMkLst>
            <pc:docMk/>
            <pc:sldMk cId="1586133757" sldId="256"/>
            <ac:grpSpMk id="119" creationId="{9F5FFC1E-68A5-6F12-F677-1CD8A850351C}"/>
          </ac:grpSpMkLst>
        </pc:grpChg>
        <pc:grpChg chg="mod">
          <ac:chgData name="Mark Heien" userId="daacda521fd78511" providerId="LiveId" clId="{8C01A4EA-C2C8-4A6F-BA7E-19A41EFE08FB}" dt="2026-05-15T23:46:18.943" v="361" actId="1076"/>
          <ac:grpSpMkLst>
            <pc:docMk/>
            <pc:sldMk cId="1586133757" sldId="256"/>
            <ac:grpSpMk id="143" creationId="{DFD73C66-9425-FE60-497F-67D112D5F5BD}"/>
          </ac:grpSpMkLst>
        </pc:grpChg>
        <pc:grpChg chg="mod">
          <ac:chgData name="Mark Heien" userId="daacda521fd78511" providerId="LiveId" clId="{8C01A4EA-C2C8-4A6F-BA7E-19A41EFE08FB}" dt="2026-05-15T23:32:02.074" v="241" actId="207"/>
          <ac:grpSpMkLst>
            <pc:docMk/>
            <pc:sldMk cId="1586133757" sldId="256"/>
            <ac:grpSpMk id="146" creationId="{B91DB234-A5F2-03DB-AFFF-5FF9CADDC94A}"/>
          </ac:grpSpMkLst>
        </pc:grpChg>
        <pc:grpChg chg="del mod">
          <ac:chgData name="Mark Heien" userId="daacda521fd78511" providerId="LiveId" clId="{8C01A4EA-C2C8-4A6F-BA7E-19A41EFE08FB}" dt="2026-05-15T23:31:36.563" v="239" actId="478"/>
          <ac:grpSpMkLst>
            <pc:docMk/>
            <pc:sldMk cId="1586133757" sldId="256"/>
            <ac:grpSpMk id="169" creationId="{3EB7BCC6-5C4B-FD97-BFE6-60D799365010}"/>
          </ac:grpSpMkLst>
        </pc:grpChg>
        <pc:grpChg chg="mod">
          <ac:chgData name="Mark Heien" userId="daacda521fd78511" providerId="LiveId" clId="{8C01A4EA-C2C8-4A6F-BA7E-19A41EFE08FB}" dt="2026-05-15T23:03:09.282" v="232" actId="1076"/>
          <ac:grpSpMkLst>
            <pc:docMk/>
            <pc:sldMk cId="1586133757" sldId="256"/>
            <ac:grpSpMk id="179" creationId="{A06416C7-7652-ED34-F548-8F22A1710DFE}"/>
          </ac:grpSpMkLst>
        </pc:grpChg>
        <pc:cxnChg chg="add mod">
          <ac:chgData name="Mark Heien" userId="daacda521fd78511" providerId="LiveId" clId="{8C01A4EA-C2C8-4A6F-BA7E-19A41EFE08FB}" dt="2026-05-15T22:33:24.934" v="155" actId="13822"/>
          <ac:cxnSpMkLst>
            <pc:docMk/>
            <pc:sldMk cId="1586133757" sldId="256"/>
            <ac:cxnSpMk id="3" creationId="{6FD116CF-8348-7BB3-1D25-1DA65B77445E}"/>
          </ac:cxnSpMkLst>
        </pc:cxnChg>
        <pc:cxnChg chg="add mod">
          <ac:chgData name="Mark Heien" userId="daacda521fd78511" providerId="LiveId" clId="{8C01A4EA-C2C8-4A6F-BA7E-19A41EFE08FB}" dt="2026-05-15T22:36:29.926" v="184" actId="14100"/>
          <ac:cxnSpMkLst>
            <pc:docMk/>
            <pc:sldMk cId="1586133757" sldId="256"/>
            <ac:cxnSpMk id="4" creationId="{9B5B47D6-68A1-D297-F90B-9FF0DB912B03}"/>
          </ac:cxnSpMkLst>
        </pc:cxnChg>
        <pc:cxnChg chg="add mod">
          <ac:chgData name="Mark Heien" userId="daacda521fd78511" providerId="LiveId" clId="{8C01A4EA-C2C8-4A6F-BA7E-19A41EFE08FB}" dt="2026-05-15T22:36:12.269" v="180" actId="14100"/>
          <ac:cxnSpMkLst>
            <pc:docMk/>
            <pc:sldMk cId="1586133757" sldId="256"/>
            <ac:cxnSpMk id="5" creationId="{77B58ECD-DCC1-37E8-F920-F4680E70CA59}"/>
          </ac:cxnSpMkLst>
        </pc:cxnChg>
        <pc:cxnChg chg="add mod">
          <ac:chgData name="Mark Heien" userId="daacda521fd78511" providerId="LiveId" clId="{8C01A4EA-C2C8-4A6F-BA7E-19A41EFE08FB}" dt="2026-05-15T22:35:55.603" v="178" actId="1076"/>
          <ac:cxnSpMkLst>
            <pc:docMk/>
            <pc:sldMk cId="1586133757" sldId="256"/>
            <ac:cxnSpMk id="6" creationId="{5AFC2752-663C-FAA4-D6B9-C2CCB9C791BA}"/>
          </ac:cxnSpMkLst>
        </pc:cxnChg>
        <pc:cxnChg chg="add mod">
          <ac:chgData name="Mark Heien" userId="daacda521fd78511" providerId="LiveId" clId="{8C01A4EA-C2C8-4A6F-BA7E-19A41EFE08FB}" dt="2026-05-15T22:35:43.515" v="176" actId="14100"/>
          <ac:cxnSpMkLst>
            <pc:docMk/>
            <pc:sldMk cId="1586133757" sldId="256"/>
            <ac:cxnSpMk id="7" creationId="{65DA2F6D-E6A3-02E8-E2B2-51A898F73C93}"/>
          </ac:cxnSpMkLst>
        </pc:cxnChg>
        <pc:cxnChg chg="add mod">
          <ac:chgData name="Mark Heien" userId="daacda521fd78511" providerId="LiveId" clId="{8C01A4EA-C2C8-4A6F-BA7E-19A41EFE08FB}" dt="2026-05-15T22:35:34.085" v="174" actId="14100"/>
          <ac:cxnSpMkLst>
            <pc:docMk/>
            <pc:sldMk cId="1586133757" sldId="256"/>
            <ac:cxnSpMk id="8" creationId="{4979F5AE-6535-303D-B3DB-E44F449BA684}"/>
          </ac:cxnSpMkLst>
        </pc:cxnChg>
        <pc:cxnChg chg="add mod">
          <ac:chgData name="Mark Heien" userId="daacda521fd78511" providerId="LiveId" clId="{8C01A4EA-C2C8-4A6F-BA7E-19A41EFE08FB}" dt="2026-05-15T22:35:10.821" v="171" actId="14100"/>
          <ac:cxnSpMkLst>
            <pc:docMk/>
            <pc:sldMk cId="1586133757" sldId="256"/>
            <ac:cxnSpMk id="9" creationId="{022B89FB-D4E8-2FF4-69BD-D26B97B3878B}"/>
          </ac:cxnSpMkLst>
        </pc:cxnChg>
        <pc:cxnChg chg="add mod">
          <ac:chgData name="Mark Heien" userId="daacda521fd78511" providerId="LiveId" clId="{8C01A4EA-C2C8-4A6F-BA7E-19A41EFE08FB}" dt="2026-05-15T22:34:52.875" v="167" actId="14100"/>
          <ac:cxnSpMkLst>
            <pc:docMk/>
            <pc:sldMk cId="1586133757" sldId="256"/>
            <ac:cxnSpMk id="10" creationId="{EF88FD45-FB93-4A2D-05D9-4D04D24A285A}"/>
          </ac:cxnSpMkLst>
        </pc:cxnChg>
        <pc:cxnChg chg="add mod">
          <ac:chgData name="Mark Heien" userId="daacda521fd78511" providerId="LiveId" clId="{8C01A4EA-C2C8-4A6F-BA7E-19A41EFE08FB}" dt="2026-05-15T22:34:25.738" v="164" actId="1076"/>
          <ac:cxnSpMkLst>
            <pc:docMk/>
            <pc:sldMk cId="1586133757" sldId="256"/>
            <ac:cxnSpMk id="26" creationId="{FF4FC59B-B4D3-4EF3-7EC0-B7A1F2B29577}"/>
          </ac:cxnSpMkLst>
        </pc:cxnChg>
        <pc:cxnChg chg="add del">
          <ac:chgData name="Mark Heien" userId="daacda521fd78511" providerId="LiveId" clId="{8C01A4EA-C2C8-4A6F-BA7E-19A41EFE08FB}" dt="2026-05-15T22:48:08.332" v="199" actId="11529"/>
          <ac:cxnSpMkLst>
            <pc:docMk/>
            <pc:sldMk cId="1586133757" sldId="256"/>
            <ac:cxnSpMk id="30" creationId="{8549E727-2996-7973-4EE2-DADDE7F64DFD}"/>
          </ac:cxnSpMkLst>
        </pc:cxnChg>
        <pc:cxnChg chg="add del mod">
          <ac:chgData name="Mark Heien" userId="daacda521fd78511" providerId="LiveId" clId="{8C01A4EA-C2C8-4A6F-BA7E-19A41EFE08FB}" dt="2026-05-15T22:59:19.925" v="227" actId="478"/>
          <ac:cxnSpMkLst>
            <pc:docMk/>
            <pc:sldMk cId="1586133757" sldId="256"/>
            <ac:cxnSpMk id="32" creationId="{7F72359B-F240-2694-4F8B-7565E18FF935}"/>
          </ac:cxnSpMkLst>
        </pc:cxnChg>
        <pc:cxnChg chg="add mod">
          <ac:chgData name="Mark Heien" userId="daacda521fd78511" providerId="LiveId" clId="{8C01A4EA-C2C8-4A6F-BA7E-19A41EFE08FB}" dt="2026-05-15T22:57:39.495" v="216" actId="13822"/>
          <ac:cxnSpMkLst>
            <pc:docMk/>
            <pc:sldMk cId="1586133757" sldId="256"/>
            <ac:cxnSpMk id="37" creationId="{06784EB1-CCA7-E8D2-9DE9-424DB178EEE2}"/>
          </ac:cxnSpMkLst>
        </pc:cxnChg>
        <pc:cxnChg chg="add mod">
          <ac:chgData name="Mark Heien" userId="daacda521fd78511" providerId="LiveId" clId="{8C01A4EA-C2C8-4A6F-BA7E-19A41EFE08FB}" dt="2026-05-15T22:57:59.443" v="219" actId="13822"/>
          <ac:cxnSpMkLst>
            <pc:docMk/>
            <pc:sldMk cId="1586133757" sldId="256"/>
            <ac:cxnSpMk id="42" creationId="{CAA2A06E-9971-BA52-428F-5F05C2D70D00}"/>
          </ac:cxnSpMkLst>
        </pc:cxnChg>
        <pc:cxnChg chg="add mod">
          <ac:chgData name="Mark Heien" userId="daacda521fd78511" providerId="LiveId" clId="{8C01A4EA-C2C8-4A6F-BA7E-19A41EFE08FB}" dt="2026-05-15T22:58:42.219" v="226" actId="13822"/>
          <ac:cxnSpMkLst>
            <pc:docMk/>
            <pc:sldMk cId="1586133757" sldId="256"/>
            <ac:cxnSpMk id="54" creationId="{E9D68496-5B89-D148-6E43-51D5EE954761}"/>
          </ac:cxnSpMkLst>
        </pc:cxnChg>
        <pc:cxnChg chg="add mod">
          <ac:chgData name="Mark Heien" userId="daacda521fd78511" providerId="LiveId" clId="{8C01A4EA-C2C8-4A6F-BA7E-19A41EFE08FB}" dt="2026-05-15T22:37:17.395" v="193" actId="14100"/>
          <ac:cxnSpMkLst>
            <pc:docMk/>
            <pc:sldMk cId="1586133757" sldId="256"/>
            <ac:cxnSpMk id="55" creationId="{5E25F7D3-B395-5279-5E94-14D6F65E5A1A}"/>
          </ac:cxnSpMkLst>
        </pc:cxnChg>
        <pc:cxnChg chg="add mod">
          <ac:chgData name="Mark Heien" userId="daacda521fd78511" providerId="LiveId" clId="{8C01A4EA-C2C8-4A6F-BA7E-19A41EFE08FB}" dt="2026-05-15T22:37:25.774" v="194" actId="1076"/>
          <ac:cxnSpMkLst>
            <pc:docMk/>
            <pc:sldMk cId="1586133757" sldId="256"/>
            <ac:cxnSpMk id="56" creationId="{88501EC3-B7F4-6BFB-BFFC-A2F8EED34ECE}"/>
          </ac:cxnSpMkLst>
        </pc:cxnChg>
        <pc:cxnChg chg="add mod">
          <ac:chgData name="Mark Heien" userId="daacda521fd78511" providerId="LiveId" clId="{8C01A4EA-C2C8-4A6F-BA7E-19A41EFE08FB}" dt="2026-05-15T22:37:13.675" v="192" actId="14100"/>
          <ac:cxnSpMkLst>
            <pc:docMk/>
            <pc:sldMk cId="1586133757" sldId="256"/>
            <ac:cxnSpMk id="57" creationId="{4F0D90DD-60BC-25C4-1F64-580292745F34}"/>
          </ac:cxnSpMkLst>
        </pc:cxnChg>
        <pc:cxnChg chg="add del mod">
          <ac:chgData name="Mark Heien" userId="daacda521fd78511" providerId="LiveId" clId="{8C01A4EA-C2C8-4A6F-BA7E-19A41EFE08FB}" dt="2026-05-15T23:02:20.198" v="230" actId="11529"/>
          <ac:cxnSpMkLst>
            <pc:docMk/>
            <pc:sldMk cId="1586133757" sldId="256"/>
            <ac:cxnSpMk id="64" creationId="{25809C2A-C6E4-83D2-7512-EA2113BD2162}"/>
          </ac:cxnSpMkLst>
        </pc:cxnChg>
        <pc:cxnChg chg="del mod">
          <ac:chgData name="Mark Heien" userId="daacda521fd78511" providerId="LiveId" clId="{8C01A4EA-C2C8-4A6F-BA7E-19A41EFE08FB}" dt="2026-05-15T22:27:03.854" v="148" actId="478"/>
          <ac:cxnSpMkLst>
            <pc:docMk/>
            <pc:sldMk cId="1586133757" sldId="256"/>
            <ac:cxnSpMk id="166" creationId="{41DE0103-7537-C3CD-4E70-87C8D3DB4D68}"/>
          </ac:cxnSpMkLst>
        </pc:cxnChg>
      </pc:sldChg>
    </pc:docChg>
  </pc:docChgLst>
  <pc:docChgLst>
    <pc:chgData name="Mark Heien" userId="daacda521fd78511" providerId="LiveId" clId="{627A79D8-47FD-4F2A-AF8E-BB2EDB8A29F1}"/>
    <pc:docChg chg="undo custSel modSld">
      <pc:chgData name="Mark Heien" userId="daacda521fd78511" providerId="LiveId" clId="{627A79D8-47FD-4F2A-AF8E-BB2EDB8A29F1}" dt="2026-05-14T18:57:50.222" v="448" actId="14100"/>
      <pc:docMkLst>
        <pc:docMk/>
      </pc:docMkLst>
      <pc:sldChg chg="addSp delSp modSp mod">
        <pc:chgData name="Mark Heien" userId="daacda521fd78511" providerId="LiveId" clId="{627A79D8-47FD-4F2A-AF8E-BB2EDB8A29F1}" dt="2026-05-14T18:57:50.222" v="448" actId="14100"/>
        <pc:sldMkLst>
          <pc:docMk/>
          <pc:sldMk cId="1586133757" sldId="256"/>
        </pc:sldMkLst>
        <pc:spChg chg="add del mod">
          <ac:chgData name="Mark Heien" userId="daacda521fd78511" providerId="LiveId" clId="{627A79D8-47FD-4F2A-AF8E-BB2EDB8A29F1}" dt="2026-05-14T17:27:39.316" v="43" actId="478"/>
          <ac:spMkLst>
            <pc:docMk/>
            <pc:sldMk cId="1586133757" sldId="256"/>
            <ac:spMk id="4" creationId="{A3483111-A880-758C-1D18-4285620B504B}"/>
          </ac:spMkLst>
        </pc:spChg>
        <pc:spChg chg="mod">
          <ac:chgData name="Mark Heien" userId="daacda521fd78511" providerId="LiveId" clId="{627A79D8-47FD-4F2A-AF8E-BB2EDB8A29F1}" dt="2026-05-14T17:12:32.276" v="6"/>
          <ac:spMkLst>
            <pc:docMk/>
            <pc:sldMk cId="1586133757" sldId="256"/>
            <ac:spMk id="6" creationId="{728A52DA-8452-C4B6-CD16-7B529E83510B}"/>
          </ac:spMkLst>
        </pc:spChg>
        <pc:spChg chg="mod">
          <ac:chgData name="Mark Heien" userId="daacda521fd78511" providerId="LiveId" clId="{627A79D8-47FD-4F2A-AF8E-BB2EDB8A29F1}" dt="2026-05-14T17:12:32.276" v="6"/>
          <ac:spMkLst>
            <pc:docMk/>
            <pc:sldMk cId="1586133757" sldId="256"/>
            <ac:spMk id="7" creationId="{7B23B9B7-0661-AB31-88DB-937BF401C8B1}"/>
          </ac:spMkLst>
        </pc:spChg>
        <pc:spChg chg="mod">
          <ac:chgData name="Mark Heien" userId="daacda521fd78511" providerId="LiveId" clId="{627A79D8-47FD-4F2A-AF8E-BB2EDB8A29F1}" dt="2026-05-14T17:13:52.471" v="9"/>
          <ac:spMkLst>
            <pc:docMk/>
            <pc:sldMk cId="1586133757" sldId="256"/>
            <ac:spMk id="9" creationId="{0730F96D-C231-3C41-651A-9677D3268369}"/>
          </ac:spMkLst>
        </pc:spChg>
        <pc:spChg chg="mod">
          <ac:chgData name="Mark Heien" userId="daacda521fd78511" providerId="LiveId" clId="{627A79D8-47FD-4F2A-AF8E-BB2EDB8A29F1}" dt="2026-05-14T17:13:52.471" v="9"/>
          <ac:spMkLst>
            <pc:docMk/>
            <pc:sldMk cId="1586133757" sldId="256"/>
            <ac:spMk id="10" creationId="{352005AA-9DEB-613D-CAD7-FF8426322EDC}"/>
          </ac:spMkLst>
        </pc:spChg>
        <pc:spChg chg="mod">
          <ac:chgData name="Mark Heien" userId="daacda521fd78511" providerId="LiveId" clId="{627A79D8-47FD-4F2A-AF8E-BB2EDB8A29F1}" dt="2026-05-14T17:15:54.971" v="11"/>
          <ac:spMkLst>
            <pc:docMk/>
            <pc:sldMk cId="1586133757" sldId="256"/>
            <ac:spMk id="12" creationId="{EC41842D-0A00-AC50-4868-D57CE51193C5}"/>
          </ac:spMkLst>
        </pc:spChg>
        <pc:spChg chg="mod">
          <ac:chgData name="Mark Heien" userId="daacda521fd78511" providerId="LiveId" clId="{627A79D8-47FD-4F2A-AF8E-BB2EDB8A29F1}" dt="2026-05-14T18:42:58.223" v="343" actId="2711"/>
          <ac:spMkLst>
            <pc:docMk/>
            <pc:sldMk cId="1586133757" sldId="256"/>
            <ac:spMk id="13" creationId="{88F55788-19E3-65DB-474F-54EA4AE183A8}"/>
          </ac:spMkLst>
        </pc:spChg>
        <pc:spChg chg="mod">
          <ac:chgData name="Mark Heien" userId="daacda521fd78511" providerId="LiveId" clId="{627A79D8-47FD-4F2A-AF8E-BB2EDB8A29F1}" dt="2026-05-14T17:16:10.127" v="13"/>
          <ac:spMkLst>
            <pc:docMk/>
            <pc:sldMk cId="1586133757" sldId="256"/>
            <ac:spMk id="15" creationId="{3B811FF6-4783-F9CF-F19E-73B8C263EEB8}"/>
          </ac:spMkLst>
        </pc:spChg>
        <pc:spChg chg="mod">
          <ac:chgData name="Mark Heien" userId="daacda521fd78511" providerId="LiveId" clId="{627A79D8-47FD-4F2A-AF8E-BB2EDB8A29F1}" dt="2026-05-14T18:43:06.336" v="344" actId="2711"/>
          <ac:spMkLst>
            <pc:docMk/>
            <pc:sldMk cId="1586133757" sldId="256"/>
            <ac:spMk id="16" creationId="{A9971503-D66A-3679-8ACB-BDCE2603AA15}"/>
          </ac:spMkLst>
        </pc:spChg>
        <pc:spChg chg="mod">
          <ac:chgData name="Mark Heien" userId="daacda521fd78511" providerId="LiveId" clId="{627A79D8-47FD-4F2A-AF8E-BB2EDB8A29F1}" dt="2026-05-14T17:16:29.504" v="15"/>
          <ac:spMkLst>
            <pc:docMk/>
            <pc:sldMk cId="1586133757" sldId="256"/>
            <ac:spMk id="18" creationId="{1F8BEDD4-887B-13CE-7C98-2E61C3EB95A1}"/>
          </ac:spMkLst>
        </pc:spChg>
        <pc:spChg chg="mod">
          <ac:chgData name="Mark Heien" userId="daacda521fd78511" providerId="LiveId" clId="{627A79D8-47FD-4F2A-AF8E-BB2EDB8A29F1}" dt="2026-05-14T18:43:30.593" v="346" actId="2711"/>
          <ac:spMkLst>
            <pc:docMk/>
            <pc:sldMk cId="1586133757" sldId="256"/>
            <ac:spMk id="19" creationId="{E2027D52-3B8E-1F69-4F92-384E4F8B6C6E}"/>
          </ac:spMkLst>
        </pc:spChg>
        <pc:spChg chg="mod">
          <ac:chgData name="Mark Heien" userId="daacda521fd78511" providerId="LiveId" clId="{627A79D8-47FD-4F2A-AF8E-BB2EDB8A29F1}" dt="2026-05-14T17:16:51.483" v="18"/>
          <ac:spMkLst>
            <pc:docMk/>
            <pc:sldMk cId="1586133757" sldId="256"/>
            <ac:spMk id="21" creationId="{1C592CCA-5CF1-8685-1D01-F686E129A174}"/>
          </ac:spMkLst>
        </pc:spChg>
        <pc:spChg chg="mod">
          <ac:chgData name="Mark Heien" userId="daacda521fd78511" providerId="LiveId" clId="{627A79D8-47FD-4F2A-AF8E-BB2EDB8A29F1}" dt="2026-05-14T18:43:38.770" v="347" actId="2711"/>
          <ac:spMkLst>
            <pc:docMk/>
            <pc:sldMk cId="1586133757" sldId="256"/>
            <ac:spMk id="22" creationId="{99DD5724-FCEA-1C71-E985-C04072D50373}"/>
          </ac:spMkLst>
        </pc:spChg>
        <pc:spChg chg="mod">
          <ac:chgData name="Mark Heien" userId="daacda521fd78511" providerId="LiveId" clId="{627A79D8-47FD-4F2A-AF8E-BB2EDB8A29F1}" dt="2026-05-14T17:18:30.844" v="20"/>
          <ac:spMkLst>
            <pc:docMk/>
            <pc:sldMk cId="1586133757" sldId="256"/>
            <ac:spMk id="24" creationId="{462218FC-66CB-809F-2CE3-A3971778F914}"/>
          </ac:spMkLst>
        </pc:spChg>
        <pc:spChg chg="mod">
          <ac:chgData name="Mark Heien" userId="daacda521fd78511" providerId="LiveId" clId="{627A79D8-47FD-4F2A-AF8E-BB2EDB8A29F1}" dt="2026-05-14T18:43:47.055" v="348" actId="2711"/>
          <ac:spMkLst>
            <pc:docMk/>
            <pc:sldMk cId="1586133757" sldId="256"/>
            <ac:spMk id="25" creationId="{55D9E3BD-40F7-027D-A89A-00837CA807D6}"/>
          </ac:spMkLst>
        </pc:spChg>
        <pc:spChg chg="add del mod">
          <ac:chgData name="Mark Heien" userId="daacda521fd78511" providerId="LiveId" clId="{627A79D8-47FD-4F2A-AF8E-BB2EDB8A29F1}" dt="2026-05-14T17:18:51.794" v="23" actId="478"/>
          <ac:spMkLst>
            <pc:docMk/>
            <pc:sldMk cId="1586133757" sldId="256"/>
            <ac:spMk id="26" creationId="{E4970BFF-CF65-09D1-C5FD-98F2EC05BBF7}"/>
          </ac:spMkLst>
        </pc:spChg>
        <pc:spChg chg="mod">
          <ac:chgData name="Mark Heien" userId="daacda521fd78511" providerId="LiveId" clId="{627A79D8-47FD-4F2A-AF8E-BB2EDB8A29F1}" dt="2026-05-14T17:19:20.027" v="24"/>
          <ac:spMkLst>
            <pc:docMk/>
            <pc:sldMk cId="1586133757" sldId="256"/>
            <ac:spMk id="28" creationId="{CE5B65F6-ECED-1E1F-42B1-7F2B30443AA9}"/>
          </ac:spMkLst>
        </pc:spChg>
        <pc:spChg chg="mod">
          <ac:chgData name="Mark Heien" userId="daacda521fd78511" providerId="LiveId" clId="{627A79D8-47FD-4F2A-AF8E-BB2EDB8A29F1}" dt="2026-05-14T18:43:56.871" v="349" actId="2711"/>
          <ac:spMkLst>
            <pc:docMk/>
            <pc:sldMk cId="1586133757" sldId="256"/>
            <ac:spMk id="29" creationId="{729A215D-073F-0317-74C2-2DD64B1EE53E}"/>
          </ac:spMkLst>
        </pc:spChg>
        <pc:spChg chg="del mod topLvl">
          <ac:chgData name="Mark Heien" userId="daacda521fd78511" providerId="LiveId" clId="{627A79D8-47FD-4F2A-AF8E-BB2EDB8A29F1}" dt="2026-05-14T18:44:18.699" v="350" actId="478"/>
          <ac:spMkLst>
            <pc:docMk/>
            <pc:sldMk cId="1586133757" sldId="256"/>
            <ac:spMk id="31" creationId="{DAC0DF25-5F91-84EB-CE4D-F755F393213B}"/>
          </ac:spMkLst>
        </pc:spChg>
        <pc:spChg chg="del mod topLvl">
          <ac:chgData name="Mark Heien" userId="daacda521fd78511" providerId="LiveId" clId="{627A79D8-47FD-4F2A-AF8E-BB2EDB8A29F1}" dt="2026-05-14T18:44:26.879" v="351" actId="478"/>
          <ac:spMkLst>
            <pc:docMk/>
            <pc:sldMk cId="1586133757" sldId="256"/>
            <ac:spMk id="32" creationId="{DB8F9F3F-5225-20E8-92E0-C99E6B2D3E12}"/>
          </ac:spMkLst>
        </pc:spChg>
        <pc:spChg chg="mod">
          <ac:chgData name="Mark Heien" userId="daacda521fd78511" providerId="LiveId" clId="{627A79D8-47FD-4F2A-AF8E-BB2EDB8A29F1}" dt="2026-05-14T17:19:57.019" v="28"/>
          <ac:spMkLst>
            <pc:docMk/>
            <pc:sldMk cId="1586133757" sldId="256"/>
            <ac:spMk id="34" creationId="{9A2FB96A-001D-0DBE-732B-6949F3E379B5}"/>
          </ac:spMkLst>
        </pc:spChg>
        <pc:spChg chg="mod">
          <ac:chgData name="Mark Heien" userId="daacda521fd78511" providerId="LiveId" clId="{627A79D8-47FD-4F2A-AF8E-BB2EDB8A29F1}" dt="2026-05-14T18:46:19.989" v="357" actId="2711"/>
          <ac:spMkLst>
            <pc:docMk/>
            <pc:sldMk cId="1586133757" sldId="256"/>
            <ac:spMk id="35" creationId="{B4F03BE5-BB3F-BC75-3023-99D5A7AECA51}"/>
          </ac:spMkLst>
        </pc:spChg>
        <pc:spChg chg="mod">
          <ac:chgData name="Mark Heien" userId="daacda521fd78511" providerId="LiveId" clId="{627A79D8-47FD-4F2A-AF8E-BB2EDB8A29F1}" dt="2026-05-14T17:20:18.598" v="30"/>
          <ac:spMkLst>
            <pc:docMk/>
            <pc:sldMk cId="1586133757" sldId="256"/>
            <ac:spMk id="37" creationId="{41297A81-A4D3-0B66-0409-C1383E2B6F24}"/>
          </ac:spMkLst>
        </pc:spChg>
        <pc:spChg chg="mod">
          <ac:chgData name="Mark Heien" userId="daacda521fd78511" providerId="LiveId" clId="{627A79D8-47FD-4F2A-AF8E-BB2EDB8A29F1}" dt="2026-05-14T17:20:18.598" v="30"/>
          <ac:spMkLst>
            <pc:docMk/>
            <pc:sldMk cId="1586133757" sldId="256"/>
            <ac:spMk id="38" creationId="{ECB68946-5712-0A1A-77CB-27971FD778D1}"/>
          </ac:spMkLst>
        </pc:spChg>
        <pc:spChg chg="mod">
          <ac:chgData name="Mark Heien" userId="daacda521fd78511" providerId="LiveId" clId="{627A79D8-47FD-4F2A-AF8E-BB2EDB8A29F1}" dt="2026-05-14T17:20:46.805" v="32"/>
          <ac:spMkLst>
            <pc:docMk/>
            <pc:sldMk cId="1586133757" sldId="256"/>
            <ac:spMk id="40" creationId="{D1750087-A68D-687C-BD36-5438B6504DAF}"/>
          </ac:spMkLst>
        </pc:spChg>
        <pc:spChg chg="mod">
          <ac:chgData name="Mark Heien" userId="daacda521fd78511" providerId="LiveId" clId="{627A79D8-47FD-4F2A-AF8E-BB2EDB8A29F1}" dt="2026-05-14T18:46:32.797" v="358" actId="2711"/>
          <ac:spMkLst>
            <pc:docMk/>
            <pc:sldMk cId="1586133757" sldId="256"/>
            <ac:spMk id="41" creationId="{C244CB10-3C21-F354-8FDD-74947717D040}"/>
          </ac:spMkLst>
        </pc:spChg>
        <pc:spChg chg="add del mod">
          <ac:chgData name="Mark Heien" userId="daacda521fd78511" providerId="LiveId" clId="{627A79D8-47FD-4F2A-AF8E-BB2EDB8A29F1}" dt="2026-05-14T17:24:23.970" v="36" actId="478"/>
          <ac:spMkLst>
            <pc:docMk/>
            <pc:sldMk cId="1586133757" sldId="256"/>
            <ac:spMk id="42" creationId="{434D4EAD-76BE-8655-B4D0-5C6EBE4BBB66}"/>
          </ac:spMkLst>
        </pc:spChg>
        <pc:spChg chg="mod">
          <ac:chgData name="Mark Heien" userId="daacda521fd78511" providerId="LiveId" clId="{627A79D8-47FD-4F2A-AF8E-BB2EDB8A29F1}" dt="2026-05-14T17:24:48.746" v="37"/>
          <ac:spMkLst>
            <pc:docMk/>
            <pc:sldMk cId="1586133757" sldId="256"/>
            <ac:spMk id="44" creationId="{E8784360-771B-E854-6D6E-CD372E40DB27}"/>
          </ac:spMkLst>
        </pc:spChg>
        <pc:spChg chg="mod">
          <ac:chgData name="Mark Heien" userId="daacda521fd78511" providerId="LiveId" clId="{627A79D8-47FD-4F2A-AF8E-BB2EDB8A29F1}" dt="2026-05-14T18:46:42.088" v="359" actId="2711"/>
          <ac:spMkLst>
            <pc:docMk/>
            <pc:sldMk cId="1586133757" sldId="256"/>
            <ac:spMk id="45" creationId="{48DCB7E1-8ECD-EDCB-F514-E6198B3A8D59}"/>
          </ac:spMkLst>
        </pc:spChg>
        <pc:spChg chg="add del mod">
          <ac:chgData name="Mark Heien" userId="daacda521fd78511" providerId="LiveId" clId="{627A79D8-47FD-4F2A-AF8E-BB2EDB8A29F1}" dt="2026-05-14T17:27:37.445" v="42" actId="478"/>
          <ac:spMkLst>
            <pc:docMk/>
            <pc:sldMk cId="1586133757" sldId="256"/>
            <ac:spMk id="46" creationId="{CF1CC687-3241-9B26-C50D-4C7755AF02AA}"/>
          </ac:spMkLst>
        </pc:spChg>
        <pc:spChg chg="mod">
          <ac:chgData name="Mark Heien" userId="daacda521fd78511" providerId="LiveId" clId="{627A79D8-47FD-4F2A-AF8E-BB2EDB8A29F1}" dt="2026-05-14T17:25:33.542" v="39" actId="571"/>
          <ac:spMkLst>
            <pc:docMk/>
            <pc:sldMk cId="1586133757" sldId="256"/>
            <ac:spMk id="48" creationId="{91C96C99-3681-91BA-B0D0-47A8E2C3247E}"/>
          </ac:spMkLst>
        </pc:spChg>
        <pc:spChg chg="mod">
          <ac:chgData name="Mark Heien" userId="daacda521fd78511" providerId="LiveId" clId="{627A79D8-47FD-4F2A-AF8E-BB2EDB8A29F1}" dt="2026-05-14T18:41:38.814" v="335" actId="2711"/>
          <ac:spMkLst>
            <pc:docMk/>
            <pc:sldMk cId="1586133757" sldId="256"/>
            <ac:spMk id="49" creationId="{9F3C3FCD-A1B4-4598-EDDF-4BC0DFE2E9B7}"/>
          </ac:spMkLst>
        </pc:spChg>
        <pc:spChg chg="mod">
          <ac:chgData name="Mark Heien" userId="daacda521fd78511" providerId="LiveId" clId="{627A79D8-47FD-4F2A-AF8E-BB2EDB8A29F1}" dt="2026-05-14T17:25:33.542" v="39" actId="571"/>
          <ac:spMkLst>
            <pc:docMk/>
            <pc:sldMk cId="1586133757" sldId="256"/>
            <ac:spMk id="51" creationId="{599E8B21-DF60-B5F6-0827-ED3656D62B0C}"/>
          </ac:spMkLst>
        </pc:spChg>
        <pc:spChg chg="mod">
          <ac:chgData name="Mark Heien" userId="daacda521fd78511" providerId="LiveId" clId="{627A79D8-47FD-4F2A-AF8E-BB2EDB8A29F1}" dt="2026-05-14T18:41:50.292" v="336" actId="2711"/>
          <ac:spMkLst>
            <pc:docMk/>
            <pc:sldMk cId="1586133757" sldId="256"/>
            <ac:spMk id="52" creationId="{FFB6009F-AC2E-192F-74D3-7F32451D3100}"/>
          </ac:spMkLst>
        </pc:spChg>
        <pc:spChg chg="mod">
          <ac:chgData name="Mark Heien" userId="daacda521fd78511" providerId="LiveId" clId="{627A79D8-47FD-4F2A-AF8E-BB2EDB8A29F1}" dt="2026-05-14T17:26:04.411" v="41" actId="571"/>
          <ac:spMkLst>
            <pc:docMk/>
            <pc:sldMk cId="1586133757" sldId="256"/>
            <ac:spMk id="54" creationId="{50CD17BB-1BFA-E945-0C7D-8BAD7AADF977}"/>
          </ac:spMkLst>
        </pc:spChg>
        <pc:spChg chg="mod">
          <ac:chgData name="Mark Heien" userId="daacda521fd78511" providerId="LiveId" clId="{627A79D8-47FD-4F2A-AF8E-BB2EDB8A29F1}" dt="2026-05-14T17:26:04.411" v="41" actId="571"/>
          <ac:spMkLst>
            <pc:docMk/>
            <pc:sldMk cId="1586133757" sldId="256"/>
            <ac:spMk id="58" creationId="{FE67C44B-572C-A9D1-F663-AE2B7FE1C9DB}"/>
          </ac:spMkLst>
        </pc:spChg>
        <pc:spChg chg="mod">
          <ac:chgData name="Mark Heien" userId="daacda521fd78511" providerId="LiveId" clId="{627A79D8-47FD-4F2A-AF8E-BB2EDB8A29F1}" dt="2026-05-14T17:26:04.411" v="41" actId="571"/>
          <ac:spMkLst>
            <pc:docMk/>
            <pc:sldMk cId="1586133757" sldId="256"/>
            <ac:spMk id="60" creationId="{F639E647-57FC-12F0-4F78-C6388D419781}"/>
          </ac:spMkLst>
        </pc:spChg>
        <pc:spChg chg="mod">
          <ac:chgData name="Mark Heien" userId="daacda521fd78511" providerId="LiveId" clId="{627A79D8-47FD-4F2A-AF8E-BB2EDB8A29F1}" dt="2026-05-14T17:26:04.411" v="41" actId="571"/>
          <ac:spMkLst>
            <pc:docMk/>
            <pc:sldMk cId="1586133757" sldId="256"/>
            <ac:spMk id="67" creationId="{E24EABB0-8117-F035-1FEC-E416A0E4706F}"/>
          </ac:spMkLst>
        </pc:spChg>
        <pc:spChg chg="mod">
          <ac:chgData name="Mark Heien" userId="daacda521fd78511" providerId="LiveId" clId="{627A79D8-47FD-4F2A-AF8E-BB2EDB8A29F1}" dt="2026-05-14T17:26:04.411" v="41" actId="571"/>
          <ac:spMkLst>
            <pc:docMk/>
            <pc:sldMk cId="1586133757" sldId="256"/>
            <ac:spMk id="69" creationId="{9A9A626D-BB8F-978B-6F78-84297F568652}"/>
          </ac:spMkLst>
        </pc:spChg>
        <pc:spChg chg="mod">
          <ac:chgData name="Mark Heien" userId="daacda521fd78511" providerId="LiveId" clId="{627A79D8-47FD-4F2A-AF8E-BB2EDB8A29F1}" dt="2026-05-14T17:26:04.411" v="41" actId="571"/>
          <ac:spMkLst>
            <pc:docMk/>
            <pc:sldMk cId="1586133757" sldId="256"/>
            <ac:spMk id="73" creationId="{5864706B-1AFE-EE59-639D-6804D97229AF}"/>
          </ac:spMkLst>
        </pc:spChg>
        <pc:spChg chg="mod">
          <ac:chgData name="Mark Heien" userId="daacda521fd78511" providerId="LiveId" clId="{627A79D8-47FD-4F2A-AF8E-BB2EDB8A29F1}" dt="2026-05-14T17:26:04.411" v="41" actId="571"/>
          <ac:spMkLst>
            <pc:docMk/>
            <pc:sldMk cId="1586133757" sldId="256"/>
            <ac:spMk id="75" creationId="{6AEA8C61-00B1-B6F8-25B8-8A720EB28B8B}"/>
          </ac:spMkLst>
        </pc:spChg>
        <pc:spChg chg="mod">
          <ac:chgData name="Mark Heien" userId="daacda521fd78511" providerId="LiveId" clId="{627A79D8-47FD-4F2A-AF8E-BB2EDB8A29F1}" dt="2026-05-14T17:26:04.411" v="41" actId="571"/>
          <ac:spMkLst>
            <pc:docMk/>
            <pc:sldMk cId="1586133757" sldId="256"/>
            <ac:spMk id="78" creationId="{BB2D8CFF-FC6B-916B-252C-55F411546D3D}"/>
          </ac:spMkLst>
        </pc:spChg>
        <pc:spChg chg="mod">
          <ac:chgData name="Mark Heien" userId="daacda521fd78511" providerId="LiveId" clId="{627A79D8-47FD-4F2A-AF8E-BB2EDB8A29F1}" dt="2026-05-14T17:26:04.411" v="41" actId="571"/>
          <ac:spMkLst>
            <pc:docMk/>
            <pc:sldMk cId="1586133757" sldId="256"/>
            <ac:spMk id="81" creationId="{ED96A88E-9DA8-3394-AE27-7BB2DFA2FF14}"/>
          </ac:spMkLst>
        </pc:spChg>
        <pc:spChg chg="add mod">
          <ac:chgData name="Mark Heien" userId="daacda521fd78511" providerId="LiveId" clId="{627A79D8-47FD-4F2A-AF8E-BB2EDB8A29F1}" dt="2026-05-14T17:26:04.411" v="41" actId="571"/>
          <ac:spMkLst>
            <pc:docMk/>
            <pc:sldMk cId="1586133757" sldId="256"/>
            <ac:spMk id="83" creationId="{B82B3F47-9F51-CABA-4143-A62516CE7F10}"/>
          </ac:spMkLst>
        </pc:spChg>
        <pc:spChg chg="mod">
          <ac:chgData name="Mark Heien" userId="daacda521fd78511" providerId="LiveId" clId="{627A79D8-47FD-4F2A-AF8E-BB2EDB8A29F1}" dt="2026-05-14T17:25:54.331" v="40" actId="571"/>
          <ac:spMkLst>
            <pc:docMk/>
            <pc:sldMk cId="1586133757" sldId="256"/>
            <ac:spMk id="89" creationId="{AC4F6CFD-FE00-90CC-B1CE-8E4AD1374543}"/>
          </ac:spMkLst>
        </pc:spChg>
        <pc:spChg chg="add del mod">
          <ac:chgData name="Mark Heien" userId="daacda521fd78511" providerId="LiveId" clId="{627A79D8-47FD-4F2A-AF8E-BB2EDB8A29F1}" dt="2026-05-14T17:28:11.357" v="45" actId="478"/>
          <ac:spMkLst>
            <pc:docMk/>
            <pc:sldMk cId="1586133757" sldId="256"/>
            <ac:spMk id="90" creationId="{16721A91-97A4-0969-5111-AA784F5EE672}"/>
          </ac:spMkLst>
        </pc:spChg>
        <pc:spChg chg="mod">
          <ac:chgData name="Mark Heien" userId="daacda521fd78511" providerId="LiveId" clId="{627A79D8-47FD-4F2A-AF8E-BB2EDB8A29F1}" dt="2026-05-14T17:28:13.070" v="46"/>
          <ac:spMkLst>
            <pc:docMk/>
            <pc:sldMk cId="1586133757" sldId="256"/>
            <ac:spMk id="92" creationId="{B92C80AF-17E4-1EFA-E29F-8ABCB891AB70}"/>
          </ac:spMkLst>
        </pc:spChg>
        <pc:spChg chg="mod">
          <ac:chgData name="Mark Heien" userId="daacda521fd78511" providerId="LiveId" clId="{627A79D8-47FD-4F2A-AF8E-BB2EDB8A29F1}" dt="2026-05-14T18:39:58.313" v="334" actId="2711"/>
          <ac:spMkLst>
            <pc:docMk/>
            <pc:sldMk cId="1586133757" sldId="256"/>
            <ac:spMk id="93" creationId="{5DC9CE53-02D6-4CBF-D8C2-E868F5D0011B}"/>
          </ac:spMkLst>
        </pc:spChg>
        <pc:spChg chg="mod topLvl">
          <ac:chgData name="Mark Heien" userId="daacda521fd78511" providerId="LiveId" clId="{627A79D8-47FD-4F2A-AF8E-BB2EDB8A29F1}" dt="2026-05-14T18:48:28.897" v="370" actId="403"/>
          <ac:spMkLst>
            <pc:docMk/>
            <pc:sldMk cId="1586133757" sldId="256"/>
            <ac:spMk id="95" creationId="{18DB05EE-754B-C797-B7A3-2DD5D9CF9B44}"/>
          </ac:spMkLst>
        </pc:spChg>
        <pc:spChg chg="mod topLvl">
          <ac:chgData name="Mark Heien" userId="daacda521fd78511" providerId="LiveId" clId="{627A79D8-47FD-4F2A-AF8E-BB2EDB8A29F1}" dt="2026-05-14T18:48:02.525" v="366" actId="165"/>
          <ac:spMkLst>
            <pc:docMk/>
            <pc:sldMk cId="1586133757" sldId="256"/>
            <ac:spMk id="96" creationId="{FFF00F5A-4256-5F11-D706-08BED150952E}"/>
          </ac:spMkLst>
        </pc:spChg>
        <pc:spChg chg="mod topLvl">
          <ac:chgData name="Mark Heien" userId="daacda521fd78511" providerId="LiveId" clId="{627A79D8-47FD-4F2A-AF8E-BB2EDB8A29F1}" dt="2026-05-14T18:48:53.517" v="372" actId="2711"/>
          <ac:spMkLst>
            <pc:docMk/>
            <pc:sldMk cId="1586133757" sldId="256"/>
            <ac:spMk id="97" creationId="{E3CC6801-6DA2-37AA-FAC3-283FD146C228}"/>
          </ac:spMkLst>
        </pc:spChg>
        <pc:spChg chg="mod topLvl">
          <ac:chgData name="Mark Heien" userId="daacda521fd78511" providerId="LiveId" clId="{627A79D8-47FD-4F2A-AF8E-BB2EDB8A29F1}" dt="2026-05-14T18:48:02.525" v="366" actId="165"/>
          <ac:spMkLst>
            <pc:docMk/>
            <pc:sldMk cId="1586133757" sldId="256"/>
            <ac:spMk id="98" creationId="{9B54F367-7D12-E68F-5AFD-02AA90C46772}"/>
          </ac:spMkLst>
        </pc:spChg>
        <pc:spChg chg="mod topLvl">
          <ac:chgData name="Mark Heien" userId="daacda521fd78511" providerId="LiveId" clId="{627A79D8-47FD-4F2A-AF8E-BB2EDB8A29F1}" dt="2026-05-14T18:49:18.138" v="379" actId="403"/>
          <ac:spMkLst>
            <pc:docMk/>
            <pc:sldMk cId="1586133757" sldId="256"/>
            <ac:spMk id="99" creationId="{85BC7147-8B7D-14C9-9C6A-48DE1B47CF3B}"/>
          </ac:spMkLst>
        </pc:spChg>
        <pc:spChg chg="mod topLvl">
          <ac:chgData name="Mark Heien" userId="daacda521fd78511" providerId="LiveId" clId="{627A79D8-47FD-4F2A-AF8E-BB2EDB8A29F1}" dt="2026-05-14T18:48:02.525" v="366" actId="165"/>
          <ac:spMkLst>
            <pc:docMk/>
            <pc:sldMk cId="1586133757" sldId="256"/>
            <ac:spMk id="100" creationId="{76F74D21-F005-B00B-5DBD-99171C9C9F00}"/>
          </ac:spMkLst>
        </pc:spChg>
        <pc:spChg chg="mod topLvl">
          <ac:chgData name="Mark Heien" userId="daacda521fd78511" providerId="LiveId" clId="{627A79D8-47FD-4F2A-AF8E-BB2EDB8A29F1}" dt="2026-05-14T18:49:34.700" v="384" actId="2711"/>
          <ac:spMkLst>
            <pc:docMk/>
            <pc:sldMk cId="1586133757" sldId="256"/>
            <ac:spMk id="101" creationId="{D02DEA4D-970A-DF02-1494-82E7AC3B1F49}"/>
          </ac:spMkLst>
        </pc:spChg>
        <pc:spChg chg="mod topLvl">
          <ac:chgData name="Mark Heien" userId="daacda521fd78511" providerId="LiveId" clId="{627A79D8-47FD-4F2A-AF8E-BB2EDB8A29F1}" dt="2026-05-14T18:51:53.753" v="422" actId="164"/>
          <ac:spMkLst>
            <pc:docMk/>
            <pc:sldMk cId="1586133757" sldId="256"/>
            <ac:spMk id="103" creationId="{7E6CFC28-B216-8260-8ED2-443148577184}"/>
          </ac:spMkLst>
        </pc:spChg>
        <pc:spChg chg="mod topLvl">
          <ac:chgData name="Mark Heien" userId="daacda521fd78511" providerId="LiveId" clId="{627A79D8-47FD-4F2A-AF8E-BB2EDB8A29F1}" dt="2026-05-14T18:51:53.753" v="422" actId="164"/>
          <ac:spMkLst>
            <pc:docMk/>
            <pc:sldMk cId="1586133757" sldId="256"/>
            <ac:spMk id="104" creationId="{CD25EEF8-A36F-413F-7EAE-4097DF912DED}"/>
          </ac:spMkLst>
        </pc:spChg>
        <pc:spChg chg="mod topLvl">
          <ac:chgData name="Mark Heien" userId="daacda521fd78511" providerId="LiveId" clId="{627A79D8-47FD-4F2A-AF8E-BB2EDB8A29F1}" dt="2026-05-14T18:51:53.753" v="422" actId="164"/>
          <ac:spMkLst>
            <pc:docMk/>
            <pc:sldMk cId="1586133757" sldId="256"/>
            <ac:spMk id="105" creationId="{09D52D10-F832-38CC-58AA-EA0B529F4AD5}"/>
          </ac:spMkLst>
        </pc:spChg>
        <pc:spChg chg="mod topLvl">
          <ac:chgData name="Mark Heien" userId="daacda521fd78511" providerId="LiveId" clId="{627A79D8-47FD-4F2A-AF8E-BB2EDB8A29F1}" dt="2026-05-14T18:51:53.753" v="422" actId="164"/>
          <ac:spMkLst>
            <pc:docMk/>
            <pc:sldMk cId="1586133757" sldId="256"/>
            <ac:spMk id="106" creationId="{14739452-1DB2-7822-B759-685FF9037070}"/>
          </ac:spMkLst>
        </pc:spChg>
        <pc:spChg chg="mod topLvl">
          <ac:chgData name="Mark Heien" userId="daacda521fd78511" providerId="LiveId" clId="{627A79D8-47FD-4F2A-AF8E-BB2EDB8A29F1}" dt="2026-05-14T18:51:53.753" v="422" actId="164"/>
          <ac:spMkLst>
            <pc:docMk/>
            <pc:sldMk cId="1586133757" sldId="256"/>
            <ac:spMk id="107" creationId="{281511A5-86D4-C0A6-5151-E57CED3CF5BF}"/>
          </ac:spMkLst>
        </pc:spChg>
        <pc:spChg chg="mod topLvl">
          <ac:chgData name="Mark Heien" userId="daacda521fd78511" providerId="LiveId" clId="{627A79D8-47FD-4F2A-AF8E-BB2EDB8A29F1}" dt="2026-05-14T18:51:53.753" v="422" actId="164"/>
          <ac:spMkLst>
            <pc:docMk/>
            <pc:sldMk cId="1586133757" sldId="256"/>
            <ac:spMk id="108" creationId="{3E595AEE-20A3-8C84-23C1-9E34B365DE09}"/>
          </ac:spMkLst>
        </pc:spChg>
        <pc:spChg chg="mod topLvl">
          <ac:chgData name="Mark Heien" userId="daacda521fd78511" providerId="LiveId" clId="{627A79D8-47FD-4F2A-AF8E-BB2EDB8A29F1}" dt="2026-05-14T18:51:53.753" v="422" actId="164"/>
          <ac:spMkLst>
            <pc:docMk/>
            <pc:sldMk cId="1586133757" sldId="256"/>
            <ac:spMk id="109" creationId="{248C4315-FB07-6A73-D2D5-9E8F9837B521}"/>
          </ac:spMkLst>
        </pc:spChg>
        <pc:spChg chg="mod topLvl">
          <ac:chgData name="Mark Heien" userId="daacda521fd78511" providerId="LiveId" clId="{627A79D8-47FD-4F2A-AF8E-BB2EDB8A29F1}" dt="2026-05-14T18:51:53.753" v="422" actId="164"/>
          <ac:spMkLst>
            <pc:docMk/>
            <pc:sldMk cId="1586133757" sldId="256"/>
            <ac:spMk id="110" creationId="{A0D6B100-B072-8232-B0EA-D2409D079FDB}"/>
          </ac:spMkLst>
        </pc:spChg>
        <pc:spChg chg="mod topLvl">
          <ac:chgData name="Mark Heien" userId="daacda521fd78511" providerId="LiveId" clId="{627A79D8-47FD-4F2A-AF8E-BB2EDB8A29F1}" dt="2026-05-14T18:51:53.753" v="422" actId="164"/>
          <ac:spMkLst>
            <pc:docMk/>
            <pc:sldMk cId="1586133757" sldId="256"/>
            <ac:spMk id="111" creationId="{78BF3596-B18E-9432-BC4B-4A83F0EEB776}"/>
          </ac:spMkLst>
        </pc:spChg>
        <pc:spChg chg="mod topLvl">
          <ac:chgData name="Mark Heien" userId="daacda521fd78511" providerId="LiveId" clId="{627A79D8-47FD-4F2A-AF8E-BB2EDB8A29F1}" dt="2026-05-14T18:51:53.753" v="422" actId="164"/>
          <ac:spMkLst>
            <pc:docMk/>
            <pc:sldMk cId="1586133757" sldId="256"/>
            <ac:spMk id="112" creationId="{2E6FF6EE-9EB7-5DD8-21E9-4B11771D5E3E}"/>
          </ac:spMkLst>
        </pc:spChg>
        <pc:spChg chg="mod">
          <ac:chgData name="Mark Heien" userId="daacda521fd78511" providerId="LiveId" clId="{627A79D8-47FD-4F2A-AF8E-BB2EDB8A29F1}" dt="2026-05-14T17:35:09.344" v="66"/>
          <ac:spMkLst>
            <pc:docMk/>
            <pc:sldMk cId="1586133757" sldId="256"/>
            <ac:spMk id="114" creationId="{72A4CCA3-932D-999D-67E9-3624CAEA3A9B}"/>
          </ac:spMkLst>
        </pc:spChg>
        <pc:spChg chg="mod">
          <ac:chgData name="Mark Heien" userId="daacda521fd78511" providerId="LiveId" clId="{627A79D8-47FD-4F2A-AF8E-BB2EDB8A29F1}" dt="2026-05-14T18:42:09.712" v="340" actId="403"/>
          <ac:spMkLst>
            <pc:docMk/>
            <pc:sldMk cId="1586133757" sldId="256"/>
            <ac:spMk id="115" creationId="{A0790C9A-67D2-A0FD-EFD5-5D997B499C40}"/>
          </ac:spMkLst>
        </pc:spChg>
        <pc:spChg chg="mod">
          <ac:chgData name="Mark Heien" userId="daacda521fd78511" providerId="LiveId" clId="{627A79D8-47FD-4F2A-AF8E-BB2EDB8A29F1}" dt="2026-05-14T17:36:51.726" v="67"/>
          <ac:spMkLst>
            <pc:docMk/>
            <pc:sldMk cId="1586133757" sldId="256"/>
            <ac:spMk id="117" creationId="{DA9CF554-BBAD-A878-4227-934786319EB9}"/>
          </ac:spMkLst>
        </pc:spChg>
        <pc:spChg chg="mod">
          <ac:chgData name="Mark Heien" userId="daacda521fd78511" providerId="LiveId" clId="{627A79D8-47FD-4F2A-AF8E-BB2EDB8A29F1}" dt="2026-05-14T18:54:49.909" v="440" actId="403"/>
          <ac:spMkLst>
            <pc:docMk/>
            <pc:sldMk cId="1586133757" sldId="256"/>
            <ac:spMk id="118" creationId="{6F082834-E605-F8B2-DF53-757F5D9E77C2}"/>
          </ac:spMkLst>
        </pc:spChg>
        <pc:spChg chg="mod">
          <ac:chgData name="Mark Heien" userId="daacda521fd78511" providerId="LiveId" clId="{627A79D8-47FD-4F2A-AF8E-BB2EDB8A29F1}" dt="2026-05-14T17:37:10.449" v="68"/>
          <ac:spMkLst>
            <pc:docMk/>
            <pc:sldMk cId="1586133757" sldId="256"/>
            <ac:spMk id="120" creationId="{341FA192-8DC0-BB5C-AE17-318736EAE178}"/>
          </ac:spMkLst>
        </pc:spChg>
        <pc:spChg chg="mod">
          <ac:chgData name="Mark Heien" userId="daacda521fd78511" providerId="LiveId" clId="{627A79D8-47FD-4F2A-AF8E-BB2EDB8A29F1}" dt="2026-05-14T18:54:57.620" v="443" actId="403"/>
          <ac:spMkLst>
            <pc:docMk/>
            <pc:sldMk cId="1586133757" sldId="256"/>
            <ac:spMk id="121" creationId="{B8A8D97B-9D4F-F8A5-2FE1-DBD2DB5DBE35}"/>
          </ac:spMkLst>
        </pc:spChg>
        <pc:spChg chg="mod topLvl">
          <ac:chgData name="Mark Heien" userId="daacda521fd78511" providerId="LiveId" clId="{627A79D8-47FD-4F2A-AF8E-BB2EDB8A29F1}" dt="2026-05-14T18:35:28.191" v="311" actId="164"/>
          <ac:spMkLst>
            <pc:docMk/>
            <pc:sldMk cId="1586133757" sldId="256"/>
            <ac:spMk id="123" creationId="{F28E99BA-BA18-4545-16A7-6C2A34199610}"/>
          </ac:spMkLst>
        </pc:spChg>
        <pc:spChg chg="mod topLvl">
          <ac:chgData name="Mark Heien" userId="daacda521fd78511" providerId="LiveId" clId="{627A79D8-47FD-4F2A-AF8E-BB2EDB8A29F1}" dt="2026-05-14T18:43:18.118" v="345" actId="2711"/>
          <ac:spMkLst>
            <pc:docMk/>
            <pc:sldMk cId="1586133757" sldId="256"/>
            <ac:spMk id="124" creationId="{D7C5272D-ADF2-4298-951E-49CC711FC404}"/>
          </ac:spMkLst>
        </pc:spChg>
        <pc:spChg chg="mod topLvl">
          <ac:chgData name="Mark Heien" userId="daacda521fd78511" providerId="LiveId" clId="{627A79D8-47FD-4F2A-AF8E-BB2EDB8A29F1}" dt="2026-05-14T18:39:09.453" v="332" actId="207"/>
          <ac:spMkLst>
            <pc:docMk/>
            <pc:sldMk cId="1586133757" sldId="256"/>
            <ac:spMk id="125" creationId="{BA21BC37-08EC-3798-2145-B3619F85DFE4}"/>
          </ac:spMkLst>
        </pc:spChg>
        <pc:spChg chg="mod topLvl">
          <ac:chgData name="Mark Heien" userId="daacda521fd78511" providerId="LiveId" clId="{627A79D8-47FD-4F2A-AF8E-BB2EDB8A29F1}" dt="2026-05-14T18:47:17.551" v="363" actId="2711"/>
          <ac:spMkLst>
            <pc:docMk/>
            <pc:sldMk cId="1586133757" sldId="256"/>
            <ac:spMk id="126" creationId="{05C5C442-12D4-2D05-B41F-5D17A53E1A04}"/>
          </ac:spMkLst>
        </pc:spChg>
        <pc:spChg chg="mod topLvl">
          <ac:chgData name="Mark Heien" userId="daacda521fd78511" providerId="LiveId" clId="{627A79D8-47FD-4F2A-AF8E-BB2EDB8A29F1}" dt="2026-05-14T17:38:41.778" v="72" actId="165"/>
          <ac:spMkLst>
            <pc:docMk/>
            <pc:sldMk cId="1586133757" sldId="256"/>
            <ac:spMk id="127" creationId="{3F582AA0-58F1-5D0B-74EC-64819C4EFF0F}"/>
          </ac:spMkLst>
        </pc:spChg>
        <pc:spChg chg="del mod topLvl">
          <ac:chgData name="Mark Heien" userId="daacda521fd78511" providerId="LiveId" clId="{627A79D8-47FD-4F2A-AF8E-BB2EDB8A29F1}" dt="2026-05-14T17:40:42.578" v="103" actId="478"/>
          <ac:spMkLst>
            <pc:docMk/>
            <pc:sldMk cId="1586133757" sldId="256"/>
            <ac:spMk id="128" creationId="{75DD2760-7EF5-89A5-8A31-EA9AF8663EB8}"/>
          </ac:spMkLst>
        </pc:spChg>
        <pc:spChg chg="del mod topLvl">
          <ac:chgData name="Mark Heien" userId="daacda521fd78511" providerId="LiveId" clId="{627A79D8-47FD-4F2A-AF8E-BB2EDB8A29F1}" dt="2026-05-14T17:40:55.830" v="107" actId="478"/>
          <ac:spMkLst>
            <pc:docMk/>
            <pc:sldMk cId="1586133757" sldId="256"/>
            <ac:spMk id="129" creationId="{1532DF98-A99F-450F-F321-889381D71497}"/>
          </ac:spMkLst>
        </pc:spChg>
        <pc:spChg chg="add del mod">
          <ac:chgData name="Mark Heien" userId="daacda521fd78511" providerId="LiveId" clId="{627A79D8-47FD-4F2A-AF8E-BB2EDB8A29F1}" dt="2026-05-14T17:40:53.612" v="106" actId="478"/>
          <ac:spMkLst>
            <pc:docMk/>
            <pc:sldMk cId="1586133757" sldId="256"/>
            <ac:spMk id="130" creationId="{22DDEF7C-7167-39A2-D7B1-9283093CEE23}"/>
          </ac:spMkLst>
        </pc:spChg>
        <pc:spChg chg="add del mod">
          <ac:chgData name="Mark Heien" userId="daacda521fd78511" providerId="LiveId" clId="{627A79D8-47FD-4F2A-AF8E-BB2EDB8A29F1}" dt="2026-05-14T17:43:11.428" v="109" actId="478"/>
          <ac:spMkLst>
            <pc:docMk/>
            <pc:sldMk cId="1586133757" sldId="256"/>
            <ac:spMk id="131" creationId="{5313151A-4799-92AC-F6EB-12ACAB1628D6}"/>
          </ac:spMkLst>
        </pc:spChg>
        <pc:spChg chg="add del mod">
          <ac:chgData name="Mark Heien" userId="daacda521fd78511" providerId="LiveId" clId="{627A79D8-47FD-4F2A-AF8E-BB2EDB8A29F1}" dt="2026-05-14T18:02:43.042" v="122" actId="478"/>
          <ac:spMkLst>
            <pc:docMk/>
            <pc:sldMk cId="1586133757" sldId="256"/>
            <ac:spMk id="136" creationId="{65E99EBF-B470-E4F8-CF65-C14B3559E07B}"/>
          </ac:spMkLst>
        </pc:spChg>
        <pc:spChg chg="mod">
          <ac:chgData name="Mark Heien" userId="daacda521fd78511" providerId="LiveId" clId="{627A79D8-47FD-4F2A-AF8E-BB2EDB8A29F1}" dt="2026-05-14T18:47:07.871" v="362" actId="1076"/>
          <ac:spMkLst>
            <pc:docMk/>
            <pc:sldMk cId="1586133757" sldId="256"/>
            <ac:spMk id="138" creationId="{D5F97B71-50A5-07CB-EA90-4CBB54573049}"/>
          </ac:spMkLst>
        </pc:spChg>
        <pc:spChg chg="mod">
          <ac:chgData name="Mark Heien" userId="daacda521fd78511" providerId="LiveId" clId="{627A79D8-47FD-4F2A-AF8E-BB2EDB8A29F1}" dt="2026-05-14T18:47:37.307" v="365" actId="2711"/>
          <ac:spMkLst>
            <pc:docMk/>
            <pc:sldMk cId="1586133757" sldId="256"/>
            <ac:spMk id="139" creationId="{9971CC69-29DB-A2CA-1AB9-32F7A115009B}"/>
          </ac:spMkLst>
        </pc:spChg>
        <pc:spChg chg="mod">
          <ac:chgData name="Mark Heien" userId="daacda521fd78511" providerId="LiveId" clId="{627A79D8-47FD-4F2A-AF8E-BB2EDB8A29F1}" dt="2026-05-14T18:03:08.241" v="124"/>
          <ac:spMkLst>
            <pc:docMk/>
            <pc:sldMk cId="1586133757" sldId="256"/>
            <ac:spMk id="141" creationId="{B25CE9CF-F714-4FFE-88B5-B8E0F249004B}"/>
          </ac:spMkLst>
        </pc:spChg>
        <pc:spChg chg="mod">
          <ac:chgData name="Mark Heien" userId="daacda521fd78511" providerId="LiveId" clId="{627A79D8-47FD-4F2A-AF8E-BB2EDB8A29F1}" dt="2026-05-14T18:47:25.496" v="364" actId="2711"/>
          <ac:spMkLst>
            <pc:docMk/>
            <pc:sldMk cId="1586133757" sldId="256"/>
            <ac:spMk id="142" creationId="{83A098F1-6614-71ED-93DC-3C7A372F6113}"/>
          </ac:spMkLst>
        </pc:spChg>
        <pc:spChg chg="mod">
          <ac:chgData name="Mark Heien" userId="daacda521fd78511" providerId="LiveId" clId="{627A79D8-47FD-4F2A-AF8E-BB2EDB8A29F1}" dt="2026-05-14T18:03:09.281" v="125"/>
          <ac:spMkLst>
            <pc:docMk/>
            <pc:sldMk cId="1586133757" sldId="256"/>
            <ac:spMk id="144" creationId="{0659AEFB-A855-AA02-F103-5DC3E02E1861}"/>
          </ac:spMkLst>
        </pc:spChg>
        <pc:spChg chg="mod">
          <ac:chgData name="Mark Heien" userId="daacda521fd78511" providerId="LiveId" clId="{627A79D8-47FD-4F2A-AF8E-BB2EDB8A29F1}" dt="2026-05-14T18:46:50.068" v="360" actId="2711"/>
          <ac:spMkLst>
            <pc:docMk/>
            <pc:sldMk cId="1586133757" sldId="256"/>
            <ac:spMk id="145" creationId="{643722BF-F0E0-543A-AFA0-66CDB47FD09F}"/>
          </ac:spMkLst>
        </pc:spChg>
        <pc:spChg chg="add del mod">
          <ac:chgData name="Mark Heien" userId="daacda521fd78511" providerId="LiveId" clId="{627A79D8-47FD-4F2A-AF8E-BB2EDB8A29F1}" dt="2026-05-14T18:30:30.679" v="274" actId="478"/>
          <ac:spMkLst>
            <pc:docMk/>
            <pc:sldMk cId="1586133757" sldId="256"/>
            <ac:spMk id="147" creationId="{DF46517C-FD1C-0825-7563-7CA24DE82224}"/>
          </ac:spMkLst>
        </pc:spChg>
        <pc:spChg chg="add del mod">
          <ac:chgData name="Mark Heien" userId="daacda521fd78511" providerId="LiveId" clId="{627A79D8-47FD-4F2A-AF8E-BB2EDB8A29F1}" dt="2026-05-14T18:30:31.649" v="275" actId="478"/>
          <ac:spMkLst>
            <pc:docMk/>
            <pc:sldMk cId="1586133757" sldId="256"/>
            <ac:spMk id="148" creationId="{BE7489CE-80E2-CA38-5842-76826D9B81CF}"/>
          </ac:spMkLst>
        </pc:spChg>
        <pc:spChg chg="add del mod">
          <ac:chgData name="Mark Heien" userId="daacda521fd78511" providerId="LiveId" clId="{627A79D8-47FD-4F2A-AF8E-BB2EDB8A29F1}" dt="2026-05-14T18:30:33.521" v="276" actId="478"/>
          <ac:spMkLst>
            <pc:docMk/>
            <pc:sldMk cId="1586133757" sldId="256"/>
            <ac:spMk id="149" creationId="{A78ADC6E-1E7F-7A5E-7F8C-8C46EE42B1B0}"/>
          </ac:spMkLst>
        </pc:spChg>
        <pc:spChg chg="add del mod">
          <ac:chgData name="Mark Heien" userId="daacda521fd78511" providerId="LiveId" clId="{627A79D8-47FD-4F2A-AF8E-BB2EDB8A29F1}" dt="2026-05-14T18:30:36.886" v="277" actId="478"/>
          <ac:spMkLst>
            <pc:docMk/>
            <pc:sldMk cId="1586133757" sldId="256"/>
            <ac:spMk id="150" creationId="{27122485-4058-E506-9D99-5849938475E4}"/>
          </ac:spMkLst>
        </pc:spChg>
        <pc:spChg chg="add del mod">
          <ac:chgData name="Mark Heien" userId="daacda521fd78511" providerId="LiveId" clId="{627A79D8-47FD-4F2A-AF8E-BB2EDB8A29F1}" dt="2026-05-14T18:30:39.030" v="278" actId="478"/>
          <ac:spMkLst>
            <pc:docMk/>
            <pc:sldMk cId="1586133757" sldId="256"/>
            <ac:spMk id="151" creationId="{75A1DC3D-12EB-BBE9-A6C4-845CCCF06A17}"/>
          </ac:spMkLst>
        </pc:spChg>
        <pc:spChg chg="add del mod">
          <ac:chgData name="Mark Heien" userId="daacda521fd78511" providerId="LiveId" clId="{627A79D8-47FD-4F2A-AF8E-BB2EDB8A29F1}" dt="2026-05-14T18:30:42.613" v="279" actId="478"/>
          <ac:spMkLst>
            <pc:docMk/>
            <pc:sldMk cId="1586133757" sldId="256"/>
            <ac:spMk id="152" creationId="{F999EAD8-F168-2818-4EB9-73A31327529E}"/>
          </ac:spMkLst>
        </pc:spChg>
        <pc:spChg chg="add del mod">
          <ac:chgData name="Mark Heien" userId="daacda521fd78511" providerId="LiveId" clId="{627A79D8-47FD-4F2A-AF8E-BB2EDB8A29F1}" dt="2026-05-14T18:30:46.598" v="280" actId="478"/>
          <ac:spMkLst>
            <pc:docMk/>
            <pc:sldMk cId="1586133757" sldId="256"/>
            <ac:spMk id="153" creationId="{7D64AFB2-A59B-0E71-DDD8-BCCC9318F509}"/>
          </ac:spMkLst>
        </pc:spChg>
        <pc:spChg chg="add del mod">
          <ac:chgData name="Mark Heien" userId="daacda521fd78511" providerId="LiveId" clId="{627A79D8-47FD-4F2A-AF8E-BB2EDB8A29F1}" dt="2026-05-14T18:30:49.434" v="281" actId="478"/>
          <ac:spMkLst>
            <pc:docMk/>
            <pc:sldMk cId="1586133757" sldId="256"/>
            <ac:spMk id="154" creationId="{88B05316-04C5-3FE4-49EE-BBF18558797C}"/>
          </ac:spMkLst>
        </pc:spChg>
        <pc:spChg chg="add del mod ord">
          <ac:chgData name="Mark Heien" userId="daacda521fd78511" providerId="LiveId" clId="{627A79D8-47FD-4F2A-AF8E-BB2EDB8A29F1}" dt="2026-05-14T18:30:57.595" v="283" actId="478"/>
          <ac:spMkLst>
            <pc:docMk/>
            <pc:sldMk cId="1586133757" sldId="256"/>
            <ac:spMk id="155" creationId="{CBC0238D-F878-5EA3-D9A0-764149353AFB}"/>
          </ac:spMkLst>
        </pc:spChg>
        <pc:spChg chg="add del mod ord">
          <ac:chgData name="Mark Heien" userId="daacda521fd78511" providerId="LiveId" clId="{627A79D8-47FD-4F2A-AF8E-BB2EDB8A29F1}" dt="2026-05-14T18:30:53.217" v="282" actId="478"/>
          <ac:spMkLst>
            <pc:docMk/>
            <pc:sldMk cId="1586133757" sldId="256"/>
            <ac:spMk id="156" creationId="{AFEBD394-B028-AFAE-689C-41998CB54C24}"/>
          </ac:spMkLst>
        </pc:spChg>
        <pc:spChg chg="add mod ord">
          <ac:chgData name="Mark Heien" userId="daacda521fd78511" providerId="LiveId" clId="{627A79D8-47FD-4F2A-AF8E-BB2EDB8A29F1}" dt="2026-05-14T18:32:58.290" v="300" actId="167"/>
          <ac:spMkLst>
            <pc:docMk/>
            <pc:sldMk cId="1586133757" sldId="256"/>
            <ac:spMk id="163" creationId="{1DC23522-7FA8-1AF8-AD25-29D821A7687D}"/>
          </ac:spMkLst>
        </pc:spChg>
        <pc:spChg chg="add del mod">
          <ac:chgData name="Mark Heien" userId="daacda521fd78511" providerId="LiveId" clId="{627A79D8-47FD-4F2A-AF8E-BB2EDB8A29F1}" dt="2026-05-14T18:31:59.002" v="296" actId="478"/>
          <ac:spMkLst>
            <pc:docMk/>
            <pc:sldMk cId="1586133757" sldId="256"/>
            <ac:spMk id="164" creationId="{1082FBB7-3DA3-A133-428A-BA7B6DEAAC14}"/>
          </ac:spMkLst>
        </pc:spChg>
        <pc:spChg chg="add mod">
          <ac:chgData name="Mark Heien" userId="daacda521fd78511" providerId="LiveId" clId="{627A79D8-47FD-4F2A-AF8E-BB2EDB8A29F1}" dt="2026-05-14T18:35:53.107" v="313" actId="14100"/>
          <ac:spMkLst>
            <pc:docMk/>
            <pc:sldMk cId="1586133757" sldId="256"/>
            <ac:spMk id="168" creationId="{7A098144-487C-834A-FFA5-594ED1A772AB}"/>
          </ac:spMkLst>
        </pc:spChg>
        <pc:spChg chg="add mod">
          <ac:chgData name="Mark Heien" userId="daacda521fd78511" providerId="LiveId" clId="{627A79D8-47FD-4F2A-AF8E-BB2EDB8A29F1}" dt="2026-05-14T18:53:41.172" v="432" actId="14100"/>
          <ac:spMkLst>
            <pc:docMk/>
            <pc:sldMk cId="1586133757" sldId="256"/>
            <ac:spMk id="170" creationId="{1FDECD10-E642-D2E7-5D4A-8491FB703FAD}"/>
          </ac:spMkLst>
        </pc:spChg>
        <pc:spChg chg="add mod">
          <ac:chgData name="Mark Heien" userId="daacda521fd78511" providerId="LiveId" clId="{627A79D8-47FD-4F2A-AF8E-BB2EDB8A29F1}" dt="2026-05-14T18:57:09.066" v="445" actId="14100"/>
          <ac:spMkLst>
            <pc:docMk/>
            <pc:sldMk cId="1586133757" sldId="256"/>
            <ac:spMk id="171" creationId="{42C52E42-E452-22E2-60FE-023E5578C866}"/>
          </ac:spMkLst>
        </pc:spChg>
        <pc:spChg chg="add mod">
          <ac:chgData name="Mark Heien" userId="daacda521fd78511" providerId="LiveId" clId="{627A79D8-47FD-4F2A-AF8E-BB2EDB8A29F1}" dt="2026-05-14T18:57:50.222" v="448" actId="14100"/>
          <ac:spMkLst>
            <pc:docMk/>
            <pc:sldMk cId="1586133757" sldId="256"/>
            <ac:spMk id="172" creationId="{ED70A165-617C-8815-E28F-1FA38B5726C0}"/>
          </ac:spMkLst>
        </pc:spChg>
        <pc:spChg chg="add del mod">
          <ac:chgData name="Mark Heien" userId="daacda521fd78511" providerId="LiveId" clId="{627A79D8-47FD-4F2A-AF8E-BB2EDB8A29F1}" dt="2026-05-14T18:44:54.155" v="353" actId="478"/>
          <ac:spMkLst>
            <pc:docMk/>
            <pc:sldMk cId="1586133757" sldId="256"/>
            <ac:spMk id="175" creationId="{1161D99A-6D08-D93C-8B8D-6C0DC4C7A36D}"/>
          </ac:spMkLst>
        </pc:spChg>
        <pc:spChg chg="mod">
          <ac:chgData name="Mark Heien" userId="daacda521fd78511" providerId="LiveId" clId="{627A79D8-47FD-4F2A-AF8E-BB2EDB8A29F1}" dt="2026-05-14T18:45:38.091" v="354"/>
          <ac:spMkLst>
            <pc:docMk/>
            <pc:sldMk cId="1586133757" sldId="256"/>
            <ac:spMk id="177" creationId="{93C3B01C-D393-2B01-083D-A26083FBF1C7}"/>
          </ac:spMkLst>
        </pc:spChg>
        <pc:spChg chg="mod">
          <ac:chgData name="Mark Heien" userId="daacda521fd78511" providerId="LiveId" clId="{627A79D8-47FD-4F2A-AF8E-BB2EDB8A29F1}" dt="2026-05-14T18:46:06.454" v="356" actId="2711"/>
          <ac:spMkLst>
            <pc:docMk/>
            <pc:sldMk cId="1586133757" sldId="256"/>
            <ac:spMk id="178" creationId="{9D218C9A-23A3-2AC4-9232-1095A397C19F}"/>
          </ac:spMkLst>
        </pc:spChg>
        <pc:grpChg chg="add del mod">
          <ac:chgData name="Mark Heien" userId="daacda521fd78511" providerId="LiveId" clId="{627A79D8-47FD-4F2A-AF8E-BB2EDB8A29F1}" dt="2026-05-14T17:28:53.843" v="52" actId="478"/>
          <ac:grpSpMkLst>
            <pc:docMk/>
            <pc:sldMk cId="1586133757" sldId="256"/>
            <ac:grpSpMk id="5" creationId="{E0C0B900-2B44-407D-9012-FF5233D650C7}"/>
          </ac:grpSpMkLst>
        </pc:grpChg>
        <pc:grpChg chg="add del mod">
          <ac:chgData name="Mark Heien" userId="daacda521fd78511" providerId="LiveId" clId="{627A79D8-47FD-4F2A-AF8E-BB2EDB8A29F1}" dt="2026-05-14T17:28:43.656" v="50" actId="478"/>
          <ac:grpSpMkLst>
            <pc:docMk/>
            <pc:sldMk cId="1586133757" sldId="256"/>
            <ac:grpSpMk id="8" creationId="{9741B3B1-B1C6-8648-5328-E0FFD4C44ED6}"/>
          </ac:grpSpMkLst>
        </pc:grpChg>
        <pc:grpChg chg="add mod">
          <ac:chgData name="Mark Heien" userId="daacda521fd78511" providerId="LiveId" clId="{627A79D8-47FD-4F2A-AF8E-BB2EDB8A29F1}" dt="2026-05-14T18:20:53.177" v="242" actId="1076"/>
          <ac:grpSpMkLst>
            <pc:docMk/>
            <pc:sldMk cId="1586133757" sldId="256"/>
            <ac:grpSpMk id="11" creationId="{13319332-AF17-0414-BB5E-FF6A18A3DF3A}"/>
          </ac:grpSpMkLst>
        </pc:grpChg>
        <pc:grpChg chg="add mod">
          <ac:chgData name="Mark Heien" userId="daacda521fd78511" providerId="LiveId" clId="{627A79D8-47FD-4F2A-AF8E-BB2EDB8A29F1}" dt="2026-05-14T17:29:01.381" v="53" actId="1076"/>
          <ac:grpSpMkLst>
            <pc:docMk/>
            <pc:sldMk cId="1586133757" sldId="256"/>
            <ac:grpSpMk id="14" creationId="{B8E53D3D-849A-CA71-E4B9-999D4234882A}"/>
          </ac:grpSpMkLst>
        </pc:grpChg>
        <pc:grpChg chg="add mod">
          <ac:chgData name="Mark Heien" userId="daacda521fd78511" providerId="LiveId" clId="{627A79D8-47FD-4F2A-AF8E-BB2EDB8A29F1}" dt="2026-05-14T17:29:07.623" v="54" actId="1076"/>
          <ac:grpSpMkLst>
            <pc:docMk/>
            <pc:sldMk cId="1586133757" sldId="256"/>
            <ac:grpSpMk id="17" creationId="{4D9C44AC-8EE8-1F2B-C943-0B64C2045696}"/>
          </ac:grpSpMkLst>
        </pc:grpChg>
        <pc:grpChg chg="add mod">
          <ac:chgData name="Mark Heien" userId="daacda521fd78511" providerId="LiveId" clId="{627A79D8-47FD-4F2A-AF8E-BB2EDB8A29F1}" dt="2026-05-14T17:29:12.394" v="55" actId="1076"/>
          <ac:grpSpMkLst>
            <pc:docMk/>
            <pc:sldMk cId="1586133757" sldId="256"/>
            <ac:grpSpMk id="20" creationId="{B6F04366-6C7A-097F-CCA4-81D545E416D2}"/>
          </ac:grpSpMkLst>
        </pc:grpChg>
        <pc:grpChg chg="add mod">
          <ac:chgData name="Mark Heien" userId="daacda521fd78511" providerId="LiveId" clId="{627A79D8-47FD-4F2A-AF8E-BB2EDB8A29F1}" dt="2026-05-14T17:29:24.079" v="56" actId="1076"/>
          <ac:grpSpMkLst>
            <pc:docMk/>
            <pc:sldMk cId="1586133757" sldId="256"/>
            <ac:grpSpMk id="23" creationId="{FB00C988-5704-9038-DA36-B7BE558924F9}"/>
          </ac:grpSpMkLst>
        </pc:grpChg>
        <pc:grpChg chg="add mod">
          <ac:chgData name="Mark Heien" userId="daacda521fd78511" providerId="LiveId" clId="{627A79D8-47FD-4F2A-AF8E-BB2EDB8A29F1}" dt="2026-05-14T17:29:34.678" v="57" actId="1076"/>
          <ac:grpSpMkLst>
            <pc:docMk/>
            <pc:sldMk cId="1586133757" sldId="256"/>
            <ac:grpSpMk id="27" creationId="{29A3B199-8FA5-4C75-EC42-78D047B7D008}"/>
          </ac:grpSpMkLst>
        </pc:grpChg>
        <pc:grpChg chg="add del mod">
          <ac:chgData name="Mark Heien" userId="daacda521fd78511" providerId="LiveId" clId="{627A79D8-47FD-4F2A-AF8E-BB2EDB8A29F1}" dt="2026-05-14T18:44:18.699" v="350" actId="478"/>
          <ac:grpSpMkLst>
            <pc:docMk/>
            <pc:sldMk cId="1586133757" sldId="256"/>
            <ac:grpSpMk id="30" creationId="{FB4D7103-8905-1877-4625-DDC52B422585}"/>
          </ac:grpSpMkLst>
        </pc:grpChg>
        <pc:grpChg chg="add mod">
          <ac:chgData name="Mark Heien" userId="daacda521fd78511" providerId="LiveId" clId="{627A79D8-47FD-4F2A-AF8E-BB2EDB8A29F1}" dt="2026-05-14T17:29:46.174" v="59" actId="1076"/>
          <ac:grpSpMkLst>
            <pc:docMk/>
            <pc:sldMk cId="1586133757" sldId="256"/>
            <ac:grpSpMk id="33" creationId="{DBB43836-E771-D85F-FE7E-B30B3245EC39}"/>
          </ac:grpSpMkLst>
        </pc:grpChg>
        <pc:grpChg chg="add del mod">
          <ac:chgData name="Mark Heien" userId="daacda521fd78511" providerId="LiveId" clId="{627A79D8-47FD-4F2A-AF8E-BB2EDB8A29F1}" dt="2026-05-14T17:20:28.241" v="31" actId="478"/>
          <ac:grpSpMkLst>
            <pc:docMk/>
            <pc:sldMk cId="1586133757" sldId="256"/>
            <ac:grpSpMk id="36" creationId="{B8FEA104-5F68-BA06-2E1C-7B210D4AD4B8}"/>
          </ac:grpSpMkLst>
        </pc:grpChg>
        <pc:grpChg chg="add mod">
          <ac:chgData name="Mark Heien" userId="daacda521fd78511" providerId="LiveId" clId="{627A79D8-47FD-4F2A-AF8E-BB2EDB8A29F1}" dt="2026-05-14T17:29:51.854" v="60" actId="1076"/>
          <ac:grpSpMkLst>
            <pc:docMk/>
            <pc:sldMk cId="1586133757" sldId="256"/>
            <ac:grpSpMk id="39" creationId="{04DB47D9-C684-0703-2A2A-2742FE348D58}"/>
          </ac:grpSpMkLst>
        </pc:grpChg>
        <pc:grpChg chg="add mod">
          <ac:chgData name="Mark Heien" userId="daacda521fd78511" providerId="LiveId" clId="{627A79D8-47FD-4F2A-AF8E-BB2EDB8A29F1}" dt="2026-05-14T17:29:56.704" v="61" actId="1076"/>
          <ac:grpSpMkLst>
            <pc:docMk/>
            <pc:sldMk cId="1586133757" sldId="256"/>
            <ac:grpSpMk id="43" creationId="{5A5C4D3C-8F85-8C2A-9C74-AF8C2CF52B8B}"/>
          </ac:grpSpMkLst>
        </pc:grpChg>
        <pc:grpChg chg="add mod">
          <ac:chgData name="Mark Heien" userId="daacda521fd78511" providerId="LiveId" clId="{627A79D8-47FD-4F2A-AF8E-BB2EDB8A29F1}" dt="2026-05-14T18:29:58.630" v="272" actId="1076"/>
          <ac:grpSpMkLst>
            <pc:docMk/>
            <pc:sldMk cId="1586133757" sldId="256"/>
            <ac:grpSpMk id="47" creationId="{D0D63F13-6680-29CB-3B3F-7BDFFB24D37A}"/>
          </ac:grpSpMkLst>
        </pc:grpChg>
        <pc:grpChg chg="add mod">
          <ac:chgData name="Mark Heien" userId="daacda521fd78511" providerId="LiveId" clId="{627A79D8-47FD-4F2A-AF8E-BB2EDB8A29F1}" dt="2026-05-14T17:28:37.337" v="49" actId="1076"/>
          <ac:grpSpMkLst>
            <pc:docMk/>
            <pc:sldMk cId="1586133757" sldId="256"/>
            <ac:grpSpMk id="50" creationId="{1B7FE247-219D-EE7B-666E-32451BB76EEB}"/>
          </ac:grpSpMkLst>
        </pc:grpChg>
        <pc:grpChg chg="add mod">
          <ac:chgData name="Mark Heien" userId="daacda521fd78511" providerId="LiveId" clId="{627A79D8-47FD-4F2A-AF8E-BB2EDB8A29F1}" dt="2026-05-14T17:28:25.038" v="47" actId="1076"/>
          <ac:grpSpMkLst>
            <pc:docMk/>
            <pc:sldMk cId="1586133757" sldId="256"/>
            <ac:grpSpMk id="91" creationId="{FC9C8DCA-6838-B57B-7182-A135A3059FB0}"/>
          </ac:grpSpMkLst>
        </pc:grpChg>
        <pc:grpChg chg="add del mod">
          <ac:chgData name="Mark Heien" userId="daacda521fd78511" providerId="LiveId" clId="{627A79D8-47FD-4F2A-AF8E-BB2EDB8A29F1}" dt="2026-05-14T18:48:02.525" v="366" actId="165"/>
          <ac:grpSpMkLst>
            <pc:docMk/>
            <pc:sldMk cId="1586133757" sldId="256"/>
            <ac:grpSpMk id="94" creationId="{8DA09210-70F8-E502-AC98-5B697DC2F5C3}"/>
          </ac:grpSpMkLst>
        </pc:grpChg>
        <pc:grpChg chg="mod">
          <ac:chgData name="Mark Heien" userId="daacda521fd78511" providerId="LiveId" clId="{627A79D8-47FD-4F2A-AF8E-BB2EDB8A29F1}" dt="2026-05-14T17:38:19.784" v="71" actId="1076"/>
          <ac:grpSpMkLst>
            <pc:docMk/>
            <pc:sldMk cId="1586133757" sldId="256"/>
            <ac:grpSpMk id="102" creationId="{591E08C8-6F80-78F3-B78E-D3296DA36213}"/>
          </ac:grpSpMkLst>
        </pc:grpChg>
        <pc:grpChg chg="add mod">
          <ac:chgData name="Mark Heien" userId="daacda521fd78511" providerId="LiveId" clId="{627A79D8-47FD-4F2A-AF8E-BB2EDB8A29F1}" dt="2026-05-14T17:44:39.895" v="110" actId="1076"/>
          <ac:grpSpMkLst>
            <pc:docMk/>
            <pc:sldMk cId="1586133757" sldId="256"/>
            <ac:grpSpMk id="113" creationId="{C3719074-51B8-0E45-3349-CA8E19B5CB60}"/>
          </ac:grpSpMkLst>
        </pc:grpChg>
        <pc:grpChg chg="add mod">
          <ac:chgData name="Mark Heien" userId="daacda521fd78511" providerId="LiveId" clId="{627A79D8-47FD-4F2A-AF8E-BB2EDB8A29F1}" dt="2026-05-14T18:33:34.343" v="302" actId="1076"/>
          <ac:grpSpMkLst>
            <pc:docMk/>
            <pc:sldMk cId="1586133757" sldId="256"/>
            <ac:grpSpMk id="116" creationId="{E957B49F-1EB0-775E-8B43-38924A03706B}"/>
          </ac:grpSpMkLst>
        </pc:grpChg>
        <pc:grpChg chg="add mod">
          <ac:chgData name="Mark Heien" userId="daacda521fd78511" providerId="LiveId" clId="{627A79D8-47FD-4F2A-AF8E-BB2EDB8A29F1}" dt="2026-05-14T18:33:24.212" v="301" actId="1076"/>
          <ac:grpSpMkLst>
            <pc:docMk/>
            <pc:sldMk cId="1586133757" sldId="256"/>
            <ac:grpSpMk id="119" creationId="{9F5FFC1E-68A5-6F12-F677-1CD8A850351C}"/>
          </ac:grpSpMkLst>
        </pc:grpChg>
        <pc:grpChg chg="add del mod">
          <ac:chgData name="Mark Heien" userId="daacda521fd78511" providerId="LiveId" clId="{627A79D8-47FD-4F2A-AF8E-BB2EDB8A29F1}" dt="2026-05-14T17:38:41.778" v="72" actId="165"/>
          <ac:grpSpMkLst>
            <pc:docMk/>
            <pc:sldMk cId="1586133757" sldId="256"/>
            <ac:grpSpMk id="122" creationId="{131E8293-1AA4-FBC5-B3C5-33A769814011}"/>
          </ac:grpSpMkLst>
        </pc:grpChg>
        <pc:grpChg chg="add mod">
          <ac:chgData name="Mark Heien" userId="daacda521fd78511" providerId="LiveId" clId="{627A79D8-47FD-4F2A-AF8E-BB2EDB8A29F1}" dt="2026-05-14T18:52:50.151" v="428" actId="14100"/>
          <ac:grpSpMkLst>
            <pc:docMk/>
            <pc:sldMk cId="1586133757" sldId="256"/>
            <ac:grpSpMk id="137" creationId="{043BF5A8-DAF0-FA93-7AB6-622F97433C90}"/>
          </ac:grpSpMkLst>
        </pc:grpChg>
        <pc:grpChg chg="add mod">
          <ac:chgData name="Mark Heien" userId="daacda521fd78511" providerId="LiveId" clId="{627A79D8-47FD-4F2A-AF8E-BB2EDB8A29F1}" dt="2026-05-14T18:53:30.472" v="431" actId="14100"/>
          <ac:grpSpMkLst>
            <pc:docMk/>
            <pc:sldMk cId="1586133757" sldId="256"/>
            <ac:grpSpMk id="140" creationId="{C4CE375C-CE0C-6D17-45EB-AEDFB5726D9B}"/>
          </ac:grpSpMkLst>
        </pc:grpChg>
        <pc:grpChg chg="add mod">
          <ac:chgData name="Mark Heien" userId="daacda521fd78511" providerId="LiveId" clId="{627A79D8-47FD-4F2A-AF8E-BB2EDB8A29F1}" dt="2026-05-14T18:52:32.293" v="426" actId="14100"/>
          <ac:grpSpMkLst>
            <pc:docMk/>
            <pc:sldMk cId="1586133757" sldId="256"/>
            <ac:grpSpMk id="143" creationId="{DFD73C66-9425-FE60-497F-67D112D5F5BD}"/>
          </ac:grpSpMkLst>
        </pc:grpChg>
        <pc:grpChg chg="add mod">
          <ac:chgData name="Mark Heien" userId="daacda521fd78511" providerId="LiveId" clId="{627A79D8-47FD-4F2A-AF8E-BB2EDB8A29F1}" dt="2026-05-14T18:54:19.641" v="435" actId="14100"/>
          <ac:grpSpMkLst>
            <pc:docMk/>
            <pc:sldMk cId="1586133757" sldId="256"/>
            <ac:grpSpMk id="146" creationId="{B91DB234-A5F2-03DB-AFFF-5FF9CADDC94A}"/>
          </ac:grpSpMkLst>
        </pc:grpChg>
        <pc:grpChg chg="add mod">
          <ac:chgData name="Mark Heien" userId="daacda521fd78511" providerId="LiveId" clId="{627A79D8-47FD-4F2A-AF8E-BB2EDB8A29F1}" dt="2026-05-14T18:54:31.005" v="437" actId="14100"/>
          <ac:grpSpMkLst>
            <pc:docMk/>
            <pc:sldMk cId="1586133757" sldId="256"/>
            <ac:grpSpMk id="169" creationId="{3EB7BCC6-5C4B-FD97-BFE6-60D799365010}"/>
          </ac:grpSpMkLst>
        </pc:grpChg>
        <pc:grpChg chg="add mod">
          <ac:chgData name="Mark Heien" userId="daacda521fd78511" providerId="LiveId" clId="{627A79D8-47FD-4F2A-AF8E-BB2EDB8A29F1}" dt="2026-05-14T18:45:51.753" v="355" actId="1076"/>
          <ac:grpSpMkLst>
            <pc:docMk/>
            <pc:sldMk cId="1586133757" sldId="256"/>
            <ac:grpSpMk id="176" creationId="{2884BECA-5542-4E49-2168-3DEE1B49691D}"/>
          </ac:grpSpMkLst>
        </pc:grpChg>
        <pc:grpChg chg="mod">
          <ac:chgData name="Mark Heien" userId="daacda521fd78511" providerId="LiveId" clId="{627A79D8-47FD-4F2A-AF8E-BB2EDB8A29F1}" dt="2026-05-14T18:52:07.257" v="423" actId="1076"/>
          <ac:grpSpMkLst>
            <pc:docMk/>
            <pc:sldMk cId="1586133757" sldId="256"/>
            <ac:grpSpMk id="179" creationId="{A06416C7-7652-ED34-F548-8F22A1710DFE}"/>
          </ac:grpSpMkLst>
        </pc:grpChg>
        <pc:cxnChg chg="add del mod">
          <ac:chgData name="Mark Heien" userId="daacda521fd78511" providerId="LiveId" clId="{627A79D8-47FD-4F2A-AF8E-BB2EDB8A29F1}" dt="2026-05-14T18:01:24.118" v="116" actId="11529"/>
          <ac:cxnSpMkLst>
            <pc:docMk/>
            <pc:sldMk cId="1586133757" sldId="256"/>
            <ac:cxnSpMk id="133" creationId="{2E35F841-EFC1-0BB9-5CFA-D4B0F7C01323}"/>
          </ac:cxnSpMkLst>
        </pc:cxnChg>
        <pc:cxnChg chg="add del mod">
          <ac:chgData name="Mark Heien" userId="daacda521fd78511" providerId="LiveId" clId="{627A79D8-47FD-4F2A-AF8E-BB2EDB8A29F1}" dt="2026-05-14T18:02:05.964" v="120" actId="11529"/>
          <ac:cxnSpMkLst>
            <pc:docMk/>
            <pc:sldMk cId="1586133757" sldId="256"/>
            <ac:cxnSpMk id="135" creationId="{7F8F98DC-E201-1D0E-266A-CCF2F8F697B9}"/>
          </ac:cxnSpMkLst>
        </pc:cxnChg>
        <pc:cxnChg chg="add del">
          <ac:chgData name="Mark Heien" userId="daacda521fd78511" providerId="LiveId" clId="{627A79D8-47FD-4F2A-AF8E-BB2EDB8A29F1}" dt="2026-05-14T18:26:40.423" v="250" actId="11529"/>
          <ac:cxnSpMkLst>
            <pc:docMk/>
            <pc:sldMk cId="1586133757" sldId="256"/>
            <ac:cxnSpMk id="158" creationId="{3D9FABBA-D769-C166-25FC-84A4D4237DAC}"/>
          </ac:cxnSpMkLst>
        </pc:cxnChg>
        <pc:cxnChg chg="add del">
          <ac:chgData name="Mark Heien" userId="daacda521fd78511" providerId="LiveId" clId="{627A79D8-47FD-4F2A-AF8E-BB2EDB8A29F1}" dt="2026-05-14T18:27:00.133" v="252" actId="11529"/>
          <ac:cxnSpMkLst>
            <pc:docMk/>
            <pc:sldMk cId="1586133757" sldId="256"/>
            <ac:cxnSpMk id="160" creationId="{1CBAEED8-53A7-DE49-DA02-000EACCED9E2}"/>
          </ac:cxnSpMkLst>
        </pc:cxnChg>
        <pc:cxnChg chg="add del mod">
          <ac:chgData name="Mark Heien" userId="daacda521fd78511" providerId="LiveId" clId="{627A79D8-47FD-4F2A-AF8E-BB2EDB8A29F1}" dt="2026-05-14T18:29:19.876" v="268" actId="478"/>
          <ac:cxnSpMkLst>
            <pc:docMk/>
            <pc:sldMk cId="1586133757" sldId="256"/>
            <ac:cxnSpMk id="162" creationId="{79EDE176-35C4-5C12-84FD-B705306B1191}"/>
          </ac:cxnSpMkLst>
        </pc:cxnChg>
        <pc:cxnChg chg="add mod ord">
          <ac:chgData name="Mark Heien" userId="daacda521fd78511" providerId="LiveId" clId="{627A79D8-47FD-4F2A-AF8E-BB2EDB8A29F1}" dt="2026-05-14T18:31:45.871" v="295" actId="167"/>
          <ac:cxnSpMkLst>
            <pc:docMk/>
            <pc:sldMk cId="1586133757" sldId="256"/>
            <ac:cxnSpMk id="166" creationId="{41DE0103-7537-C3CD-4E70-87C8D3DB4D68}"/>
          </ac:cxnSpMkLst>
        </pc:cxnChg>
        <pc:cxnChg chg="add mod">
          <ac:chgData name="Mark Heien" userId="daacda521fd78511" providerId="LiveId" clId="{627A79D8-47FD-4F2A-AF8E-BB2EDB8A29F1}" dt="2026-05-14T18:55:18.045" v="444" actId="13822"/>
          <ac:cxnSpMkLst>
            <pc:docMk/>
            <pc:sldMk cId="1586133757" sldId="256"/>
            <ac:cxnSpMk id="174" creationId="{7D4E7477-98B1-5066-8971-0E9D035FBBE7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199779"/>
            <a:ext cx="8549640" cy="4679586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7059828"/>
            <a:ext cx="7543800" cy="3245217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10411-2302-4590-B225-93AEAA9C9C2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E5235-2361-4513-8CB5-C357DA776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850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10411-2302-4590-B225-93AEAA9C9C2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E5235-2361-4513-8CB5-C357DA776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813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3351010"/>
            <a:ext cx="8675370" cy="5591233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8995138"/>
            <a:ext cx="8675370" cy="2940297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>
                    <a:tint val="82000"/>
                  </a:schemeClr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82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82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10411-2302-4590-B225-93AEAA9C9C2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E5235-2361-4513-8CB5-C357DA776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443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3578141"/>
            <a:ext cx="4274820" cy="85284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3578141"/>
            <a:ext cx="4274820" cy="85284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10411-2302-4590-B225-93AEAA9C9C2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E5235-2361-4513-8CB5-C357DA776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528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715631"/>
            <a:ext cx="8675370" cy="25980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3295002"/>
            <a:ext cx="4255174" cy="1614829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4909831"/>
            <a:ext cx="4255174" cy="7221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3295002"/>
            <a:ext cx="4276130" cy="1614829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4909831"/>
            <a:ext cx="4276130" cy="7221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10411-2302-4590-B225-93AEAA9C9C2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E5235-2361-4513-8CB5-C357DA776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47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10411-2302-4590-B225-93AEAA9C9C2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E5235-2361-4513-8CB5-C357DA776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341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10411-2302-4590-B225-93AEAA9C9C2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E5235-2361-4513-8CB5-C357DA776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955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896091"/>
            <a:ext cx="3244096" cy="3136318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935310"/>
            <a:ext cx="5092065" cy="9552080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4032409"/>
            <a:ext cx="3244096" cy="7470536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10411-2302-4590-B225-93AEAA9C9C2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E5235-2361-4513-8CB5-C357DA776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988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896091"/>
            <a:ext cx="3244096" cy="3136318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935310"/>
            <a:ext cx="5092065" cy="9552080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4032409"/>
            <a:ext cx="3244096" cy="7470536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10411-2302-4590-B225-93AEAA9C9C2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E5235-2361-4513-8CB5-C357DA776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158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10411-2302-4590-B225-93AEAA9C9C2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E5235-2361-4513-8CB5-C357DA776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896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715628"/>
            <a:ext cx="2168843" cy="113909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715628"/>
            <a:ext cx="6380798" cy="113909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10411-2302-4590-B225-93AEAA9C9C2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E5235-2361-4513-8CB5-C357DA776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558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715631"/>
            <a:ext cx="8675370" cy="25980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3578141"/>
            <a:ext cx="8675370" cy="85284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12458155"/>
            <a:ext cx="2263140" cy="7156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610411-2302-4590-B225-93AEAA9C9C2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12458155"/>
            <a:ext cx="3394710" cy="7156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12458155"/>
            <a:ext cx="2263140" cy="7156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FE5235-2361-4513-8CB5-C357DA776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908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oup 90">
            <a:extLst>
              <a:ext uri="{FF2B5EF4-FFF2-40B4-BE49-F238E27FC236}">
                <a16:creationId xmlns:a16="http://schemas.microsoft.com/office/drawing/2014/main" id="{FC9C8DCA-6838-B57B-7182-A135A3059FB0}"/>
              </a:ext>
            </a:extLst>
          </p:cNvPr>
          <p:cNvGrpSpPr/>
          <p:nvPr/>
        </p:nvGrpSpPr>
        <p:grpSpPr>
          <a:xfrm>
            <a:off x="1156915" y="360108"/>
            <a:ext cx="5029200" cy="594360"/>
            <a:chOff x="1097280" y="320040"/>
            <a:chExt cx="5029200" cy="594360"/>
          </a:xfrm>
        </p:grpSpPr>
        <p:sp>
          <p:nvSpPr>
            <p:cNvPr id="92" name="Shape 0">
              <a:extLst>
                <a:ext uri="{FF2B5EF4-FFF2-40B4-BE49-F238E27FC236}">
                  <a16:creationId xmlns:a16="http://schemas.microsoft.com/office/drawing/2014/main" id="{B92C80AF-17E4-1EFA-E29F-8ABCB891AB70}"/>
                </a:ext>
              </a:extLst>
            </p:cNvPr>
            <p:cNvSpPr/>
            <p:nvPr/>
          </p:nvSpPr>
          <p:spPr>
            <a:xfrm>
              <a:off x="1097280" y="320040"/>
              <a:ext cx="5029200" cy="594360"/>
            </a:xfrm>
            <a:prstGeom prst="roundRect">
              <a:avLst>
                <a:gd name="adj" fmla="val 10769"/>
              </a:avLst>
            </a:prstGeom>
            <a:solidFill>
              <a:srgbClr val="D4D4D4"/>
            </a:solidFill>
            <a:ln w="6350">
              <a:solidFill>
                <a:srgbClr val="AAAAA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Text 1">
              <a:extLst>
                <a:ext uri="{FF2B5EF4-FFF2-40B4-BE49-F238E27FC236}">
                  <a16:creationId xmlns:a16="http://schemas.microsoft.com/office/drawing/2014/main" id="{5DC9CE53-02D6-4CBF-D8C2-E868F5D0011B}"/>
                </a:ext>
              </a:extLst>
            </p:cNvPr>
            <p:cNvSpPr/>
            <p:nvPr/>
          </p:nvSpPr>
          <p:spPr>
            <a:xfrm>
              <a:off x="1097280" y="320040"/>
              <a:ext cx="5029200" cy="594360"/>
            </a:xfrm>
            <a:prstGeom prst="rect">
              <a:avLst/>
            </a:prstGeom>
            <a:noFill/>
            <a:ln/>
          </p:spPr>
          <p:txBody>
            <a:bodyPr wrap="square" lIns="889" tIns="889" rIns="889" bIns="889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22222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Apple pomace transport</a:t>
              </a:r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55555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Truck delivery from regional cider producers</a:t>
              </a:r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3319332-AF17-0414-BB5E-FF6A18A3DF3A}"/>
              </a:ext>
            </a:extLst>
          </p:cNvPr>
          <p:cNvGrpSpPr/>
          <p:nvPr/>
        </p:nvGrpSpPr>
        <p:grpSpPr>
          <a:xfrm>
            <a:off x="1156915" y="2880516"/>
            <a:ext cx="5029200" cy="594360"/>
            <a:chOff x="1097280" y="2788920"/>
            <a:chExt cx="5029200" cy="594360"/>
          </a:xfrm>
        </p:grpSpPr>
        <p:sp>
          <p:nvSpPr>
            <p:cNvPr id="12" name="Shape 6">
              <a:extLst>
                <a:ext uri="{FF2B5EF4-FFF2-40B4-BE49-F238E27FC236}">
                  <a16:creationId xmlns:a16="http://schemas.microsoft.com/office/drawing/2014/main" id="{EC41842D-0A00-AC50-4868-D57CE51193C5}"/>
                </a:ext>
              </a:extLst>
            </p:cNvPr>
            <p:cNvSpPr/>
            <p:nvPr/>
          </p:nvSpPr>
          <p:spPr>
            <a:xfrm>
              <a:off x="1097280" y="2788920"/>
              <a:ext cx="5029200" cy="594360"/>
            </a:xfrm>
            <a:prstGeom prst="roundRect">
              <a:avLst>
                <a:gd name="adj" fmla="val 10769"/>
              </a:avLst>
            </a:prstGeom>
            <a:solidFill>
              <a:srgbClr val="7955C2"/>
            </a:solidFill>
            <a:ln w="6350">
              <a:solidFill>
                <a:srgbClr val="5A3DA8"/>
              </a:solidFill>
              <a:prstDash val="solid"/>
            </a:ln>
          </p:spPr>
          <p:txBody>
            <a:bodyPr/>
            <a:lstStyle/>
            <a:p>
              <a:pPr defTabSz="914400"/>
              <a:endParaRPr lang="en-US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" name="Text 7">
              <a:extLst>
                <a:ext uri="{FF2B5EF4-FFF2-40B4-BE49-F238E27FC236}">
                  <a16:creationId xmlns:a16="http://schemas.microsoft.com/office/drawing/2014/main" id="{88F55788-19E3-65DB-474F-54EA4AE183A8}"/>
                </a:ext>
              </a:extLst>
            </p:cNvPr>
            <p:cNvSpPr/>
            <p:nvPr/>
          </p:nvSpPr>
          <p:spPr>
            <a:xfrm>
              <a:off x="1097280" y="2788920"/>
              <a:ext cx="5029200" cy="594360"/>
            </a:xfrm>
            <a:prstGeom prst="rect">
              <a:avLst/>
            </a:prstGeom>
            <a:noFill/>
            <a:ln/>
          </p:spPr>
          <p:txBody>
            <a:bodyPr wrap="square" lIns="889" tIns="889" rIns="889" bIns="889" rtlCol="0" anchor="ctr"/>
            <a:lstStyle/>
            <a:p>
              <a:pPr algn="ctr" defTabSz="914400"/>
              <a:r>
                <a:rPr lang="en-US" sz="20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Pretreatment reactor</a:t>
              </a:r>
              <a:endPara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914400"/>
              <a:r>
                <a:rPr lang="en-US" sz="1200" dirty="0">
                  <a:solidFill>
                    <a:srgbClr val="DDD0F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Aspen Plus V14: R-201, Steam Explosion, 160 deg C @ 6.18 bar</a:t>
              </a:r>
              <a:endPara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8E53D3D-849A-CA71-E4B9-999D4234882A}"/>
              </a:ext>
            </a:extLst>
          </p:cNvPr>
          <p:cNvGrpSpPr/>
          <p:nvPr/>
        </p:nvGrpSpPr>
        <p:grpSpPr>
          <a:xfrm>
            <a:off x="1156915" y="3795384"/>
            <a:ext cx="5029200" cy="594360"/>
            <a:chOff x="1097280" y="3611880"/>
            <a:chExt cx="5029200" cy="594360"/>
          </a:xfrm>
        </p:grpSpPr>
        <p:sp>
          <p:nvSpPr>
            <p:cNvPr id="15" name="Shape 8">
              <a:extLst>
                <a:ext uri="{FF2B5EF4-FFF2-40B4-BE49-F238E27FC236}">
                  <a16:creationId xmlns:a16="http://schemas.microsoft.com/office/drawing/2014/main" id="{3B811FF6-4783-F9CF-F19E-73B8C263EEB8}"/>
                </a:ext>
              </a:extLst>
            </p:cNvPr>
            <p:cNvSpPr/>
            <p:nvPr/>
          </p:nvSpPr>
          <p:spPr>
            <a:xfrm>
              <a:off x="1097280" y="3611880"/>
              <a:ext cx="5029200" cy="594360"/>
            </a:xfrm>
            <a:prstGeom prst="roundRect">
              <a:avLst>
                <a:gd name="adj" fmla="val 10769"/>
              </a:avLst>
            </a:prstGeom>
            <a:solidFill>
              <a:srgbClr val="2D7BBF"/>
            </a:solidFill>
            <a:ln w="6350">
              <a:solidFill>
                <a:srgbClr val="1D5B9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9">
              <a:extLst>
                <a:ext uri="{FF2B5EF4-FFF2-40B4-BE49-F238E27FC236}">
                  <a16:creationId xmlns:a16="http://schemas.microsoft.com/office/drawing/2014/main" id="{A9971503-D66A-3679-8ACB-BDCE2603AA15}"/>
                </a:ext>
              </a:extLst>
            </p:cNvPr>
            <p:cNvSpPr/>
            <p:nvPr/>
          </p:nvSpPr>
          <p:spPr>
            <a:xfrm>
              <a:off x="1097280" y="3611880"/>
              <a:ext cx="5029200" cy="594360"/>
            </a:xfrm>
            <a:prstGeom prst="rect">
              <a:avLst/>
            </a:prstGeom>
            <a:noFill/>
            <a:ln/>
          </p:spPr>
          <p:txBody>
            <a:bodyPr wrap="square" lIns="889" tIns="889" rIns="889" bIns="889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Solid-liquid separation</a:t>
              </a:r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BDD5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FI-201, screw press; liquid hydrolysate forward</a:t>
              </a:r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D9C44AC-8EE8-1F2B-C943-0B64C2045696}"/>
              </a:ext>
            </a:extLst>
          </p:cNvPr>
          <p:cNvGrpSpPr/>
          <p:nvPr/>
        </p:nvGrpSpPr>
        <p:grpSpPr>
          <a:xfrm>
            <a:off x="1156915" y="4669074"/>
            <a:ext cx="5029200" cy="594360"/>
            <a:chOff x="1097280" y="4434840"/>
            <a:chExt cx="5029200" cy="594360"/>
          </a:xfrm>
        </p:grpSpPr>
        <p:sp>
          <p:nvSpPr>
            <p:cNvPr id="18" name="Shape 10">
              <a:extLst>
                <a:ext uri="{FF2B5EF4-FFF2-40B4-BE49-F238E27FC236}">
                  <a16:creationId xmlns:a16="http://schemas.microsoft.com/office/drawing/2014/main" id="{1F8BEDD4-887B-13CE-7C98-2E61C3EB95A1}"/>
                </a:ext>
              </a:extLst>
            </p:cNvPr>
            <p:cNvSpPr/>
            <p:nvPr/>
          </p:nvSpPr>
          <p:spPr>
            <a:xfrm>
              <a:off x="1097280" y="4434840"/>
              <a:ext cx="5029200" cy="594360"/>
            </a:xfrm>
            <a:prstGeom prst="roundRect">
              <a:avLst>
                <a:gd name="adj" fmla="val 10769"/>
              </a:avLst>
            </a:prstGeom>
            <a:solidFill>
              <a:srgbClr val="7955C2"/>
            </a:solidFill>
            <a:ln w="6350">
              <a:solidFill>
                <a:srgbClr val="5A3DA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11">
              <a:extLst>
                <a:ext uri="{FF2B5EF4-FFF2-40B4-BE49-F238E27FC236}">
                  <a16:creationId xmlns:a16="http://schemas.microsoft.com/office/drawing/2014/main" id="{E2027D52-3B8E-1F69-4F92-384E4F8B6C6E}"/>
                </a:ext>
              </a:extLst>
            </p:cNvPr>
            <p:cNvSpPr/>
            <p:nvPr/>
          </p:nvSpPr>
          <p:spPr>
            <a:xfrm>
              <a:off x="1097280" y="4434840"/>
              <a:ext cx="5029200" cy="594360"/>
            </a:xfrm>
            <a:prstGeom prst="rect">
              <a:avLst/>
            </a:prstGeom>
            <a:noFill/>
            <a:ln/>
          </p:spPr>
          <p:txBody>
            <a:bodyPr wrap="square" lIns="889" tIns="889" rIns="889" bIns="889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Enzymatic hydrolysis</a:t>
              </a:r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DDD0F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Aspen Plus V14: R-202, cellulase/pectinase, 50 deg C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6F04366-6C7A-097F-CCA4-81D545E416D2}"/>
              </a:ext>
            </a:extLst>
          </p:cNvPr>
          <p:cNvGrpSpPr/>
          <p:nvPr/>
        </p:nvGrpSpPr>
        <p:grpSpPr>
          <a:xfrm>
            <a:off x="1156915" y="5542764"/>
            <a:ext cx="5029200" cy="594360"/>
            <a:chOff x="1097280" y="5257800"/>
            <a:chExt cx="5029200" cy="594360"/>
          </a:xfrm>
        </p:grpSpPr>
        <p:sp>
          <p:nvSpPr>
            <p:cNvPr id="21" name="Shape 12">
              <a:extLst>
                <a:ext uri="{FF2B5EF4-FFF2-40B4-BE49-F238E27FC236}">
                  <a16:creationId xmlns:a16="http://schemas.microsoft.com/office/drawing/2014/main" id="{1C592CCA-5CF1-8685-1D01-F686E129A174}"/>
                </a:ext>
              </a:extLst>
            </p:cNvPr>
            <p:cNvSpPr/>
            <p:nvPr/>
          </p:nvSpPr>
          <p:spPr>
            <a:xfrm>
              <a:off x="1097280" y="5257800"/>
              <a:ext cx="5029200" cy="594360"/>
            </a:xfrm>
            <a:prstGeom prst="roundRect">
              <a:avLst>
                <a:gd name="adj" fmla="val 10769"/>
              </a:avLst>
            </a:prstGeom>
            <a:solidFill>
              <a:srgbClr val="7955C2"/>
            </a:solidFill>
            <a:ln w="6350">
              <a:solidFill>
                <a:srgbClr val="5A3DA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13">
              <a:extLst>
                <a:ext uri="{FF2B5EF4-FFF2-40B4-BE49-F238E27FC236}">
                  <a16:creationId xmlns:a16="http://schemas.microsoft.com/office/drawing/2014/main" id="{99DD5724-FCEA-1C71-E985-C04072D50373}"/>
                </a:ext>
              </a:extLst>
            </p:cNvPr>
            <p:cNvSpPr/>
            <p:nvPr/>
          </p:nvSpPr>
          <p:spPr>
            <a:xfrm>
              <a:off x="1097280" y="5257800"/>
              <a:ext cx="5029200" cy="594360"/>
            </a:xfrm>
            <a:prstGeom prst="rect">
              <a:avLst/>
            </a:prstGeom>
            <a:noFill/>
            <a:ln/>
          </p:spPr>
          <p:txBody>
            <a:bodyPr wrap="square" lIns="889" tIns="889" rIns="889" bIns="889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Fermentation vessels</a:t>
              </a:r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DDD0F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Aspen Plus V14: R-301, S. cerevisiae, 32 deg C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B00C988-5704-9038-DA36-B7BE558924F9}"/>
              </a:ext>
            </a:extLst>
          </p:cNvPr>
          <p:cNvGrpSpPr/>
          <p:nvPr/>
        </p:nvGrpSpPr>
        <p:grpSpPr>
          <a:xfrm>
            <a:off x="1166854" y="6337498"/>
            <a:ext cx="5029200" cy="594360"/>
            <a:chOff x="1097280" y="6080760"/>
            <a:chExt cx="5029200" cy="594360"/>
          </a:xfrm>
        </p:grpSpPr>
        <p:sp>
          <p:nvSpPr>
            <p:cNvPr id="24" name="Shape 14">
              <a:extLst>
                <a:ext uri="{FF2B5EF4-FFF2-40B4-BE49-F238E27FC236}">
                  <a16:creationId xmlns:a16="http://schemas.microsoft.com/office/drawing/2014/main" id="{462218FC-66CB-809F-2CE3-A3971778F914}"/>
                </a:ext>
              </a:extLst>
            </p:cNvPr>
            <p:cNvSpPr/>
            <p:nvPr/>
          </p:nvSpPr>
          <p:spPr>
            <a:xfrm>
              <a:off x="1097280" y="6080760"/>
              <a:ext cx="5029200" cy="594360"/>
            </a:xfrm>
            <a:prstGeom prst="roundRect">
              <a:avLst>
                <a:gd name="adj" fmla="val 10769"/>
              </a:avLst>
            </a:prstGeom>
            <a:solidFill>
              <a:srgbClr val="2D7BBF"/>
            </a:solidFill>
            <a:ln w="6350">
              <a:solidFill>
                <a:srgbClr val="1D5B9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 15">
              <a:extLst>
                <a:ext uri="{FF2B5EF4-FFF2-40B4-BE49-F238E27FC236}">
                  <a16:creationId xmlns:a16="http://schemas.microsoft.com/office/drawing/2014/main" id="{55D9E3BD-40F7-027D-A89A-00837CA807D6}"/>
                </a:ext>
              </a:extLst>
            </p:cNvPr>
            <p:cNvSpPr/>
            <p:nvPr/>
          </p:nvSpPr>
          <p:spPr>
            <a:xfrm>
              <a:off x="1097280" y="6080760"/>
              <a:ext cx="5029200" cy="594360"/>
            </a:xfrm>
            <a:prstGeom prst="rect">
              <a:avLst/>
            </a:prstGeom>
            <a:noFill/>
            <a:ln/>
          </p:spPr>
          <p:txBody>
            <a:bodyPr wrap="square" lIns="889" tIns="889" rIns="889" bIns="889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Beer well</a:t>
              </a:r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BDD5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V-301, beer collection and clarification</a:t>
              </a:r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9A3B199-8FA5-4C75-EC42-78D047B7D008}"/>
              </a:ext>
            </a:extLst>
          </p:cNvPr>
          <p:cNvGrpSpPr/>
          <p:nvPr/>
        </p:nvGrpSpPr>
        <p:grpSpPr>
          <a:xfrm>
            <a:off x="1166854" y="7211188"/>
            <a:ext cx="5029200" cy="594360"/>
            <a:chOff x="1097280" y="6903720"/>
            <a:chExt cx="5029200" cy="594360"/>
          </a:xfrm>
        </p:grpSpPr>
        <p:sp>
          <p:nvSpPr>
            <p:cNvPr id="28" name="Shape 16">
              <a:extLst>
                <a:ext uri="{FF2B5EF4-FFF2-40B4-BE49-F238E27FC236}">
                  <a16:creationId xmlns:a16="http://schemas.microsoft.com/office/drawing/2014/main" id="{CE5B65F6-ECED-1E1F-42B1-7F2B30443AA9}"/>
                </a:ext>
              </a:extLst>
            </p:cNvPr>
            <p:cNvSpPr/>
            <p:nvPr/>
          </p:nvSpPr>
          <p:spPr>
            <a:xfrm>
              <a:off x="1097280" y="6903720"/>
              <a:ext cx="5029200" cy="594360"/>
            </a:xfrm>
            <a:prstGeom prst="roundRect">
              <a:avLst>
                <a:gd name="adj" fmla="val 10769"/>
              </a:avLst>
            </a:prstGeom>
            <a:solidFill>
              <a:srgbClr val="7955C2"/>
            </a:solidFill>
            <a:ln w="6350">
              <a:solidFill>
                <a:srgbClr val="5A3DA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 17">
              <a:extLst>
                <a:ext uri="{FF2B5EF4-FFF2-40B4-BE49-F238E27FC236}">
                  <a16:creationId xmlns:a16="http://schemas.microsoft.com/office/drawing/2014/main" id="{729A215D-073F-0317-74C2-2DD64B1EE53E}"/>
                </a:ext>
              </a:extLst>
            </p:cNvPr>
            <p:cNvSpPr/>
            <p:nvPr/>
          </p:nvSpPr>
          <p:spPr>
            <a:xfrm>
              <a:off x="1097280" y="6903720"/>
              <a:ext cx="5029200" cy="594360"/>
            </a:xfrm>
            <a:prstGeom prst="rect">
              <a:avLst/>
            </a:prstGeom>
            <a:noFill/>
            <a:ln/>
          </p:spPr>
          <p:txBody>
            <a:bodyPr wrap="square" lIns="889" tIns="889" rIns="889" bIns="889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Beer column</a:t>
              </a:r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DDD0F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Aspen Plus V14: T-401, stripping column</a:t>
              </a:r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BB43836-E771-D85F-FE7E-B30B3245EC39}"/>
              </a:ext>
            </a:extLst>
          </p:cNvPr>
          <p:cNvGrpSpPr/>
          <p:nvPr/>
        </p:nvGrpSpPr>
        <p:grpSpPr>
          <a:xfrm>
            <a:off x="1166854" y="8958568"/>
            <a:ext cx="5029200" cy="594360"/>
            <a:chOff x="1097280" y="8549640"/>
            <a:chExt cx="5029200" cy="594360"/>
          </a:xfrm>
        </p:grpSpPr>
        <p:sp>
          <p:nvSpPr>
            <p:cNvPr id="34" name="Shape 20">
              <a:extLst>
                <a:ext uri="{FF2B5EF4-FFF2-40B4-BE49-F238E27FC236}">
                  <a16:creationId xmlns:a16="http://schemas.microsoft.com/office/drawing/2014/main" id="{9A2FB96A-001D-0DBE-732B-6949F3E379B5}"/>
                </a:ext>
              </a:extLst>
            </p:cNvPr>
            <p:cNvSpPr/>
            <p:nvPr/>
          </p:nvSpPr>
          <p:spPr>
            <a:xfrm>
              <a:off x="1097280" y="8549640"/>
              <a:ext cx="5029200" cy="594360"/>
            </a:xfrm>
            <a:prstGeom prst="roundRect">
              <a:avLst>
                <a:gd name="adj" fmla="val 10769"/>
              </a:avLst>
            </a:prstGeom>
            <a:solidFill>
              <a:srgbClr val="2D7BBF"/>
            </a:solidFill>
            <a:ln w="6350">
              <a:solidFill>
                <a:srgbClr val="1D5B9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 21">
              <a:extLst>
                <a:ext uri="{FF2B5EF4-FFF2-40B4-BE49-F238E27FC236}">
                  <a16:creationId xmlns:a16="http://schemas.microsoft.com/office/drawing/2014/main" id="{B4F03BE5-BB3F-BC75-3023-99D5A7AECA51}"/>
                </a:ext>
              </a:extLst>
            </p:cNvPr>
            <p:cNvSpPr/>
            <p:nvPr/>
          </p:nvSpPr>
          <p:spPr>
            <a:xfrm>
              <a:off x="1097280" y="8549640"/>
              <a:ext cx="5029200" cy="594360"/>
            </a:xfrm>
            <a:prstGeom prst="rect">
              <a:avLst/>
            </a:prstGeom>
            <a:noFill/>
            <a:ln/>
          </p:spPr>
          <p:txBody>
            <a:bodyPr wrap="square" lIns="889" tIns="889" rIns="889" bIns="889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Molecular sieve dehydration</a:t>
              </a:r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BDD5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MS-401, 3A zeolite; &gt;99.5 mol% ethanol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4DB47D9-C684-0703-2A2A-2742FE348D58}"/>
              </a:ext>
            </a:extLst>
          </p:cNvPr>
          <p:cNvGrpSpPr/>
          <p:nvPr/>
        </p:nvGrpSpPr>
        <p:grpSpPr>
          <a:xfrm>
            <a:off x="1166854" y="9832258"/>
            <a:ext cx="5029200" cy="594360"/>
            <a:chOff x="1097280" y="9372600"/>
            <a:chExt cx="5029200" cy="594360"/>
          </a:xfrm>
        </p:grpSpPr>
        <p:sp>
          <p:nvSpPr>
            <p:cNvPr id="40" name="Shape 22">
              <a:extLst>
                <a:ext uri="{FF2B5EF4-FFF2-40B4-BE49-F238E27FC236}">
                  <a16:creationId xmlns:a16="http://schemas.microsoft.com/office/drawing/2014/main" id="{D1750087-A68D-687C-BD36-5438B6504DAF}"/>
                </a:ext>
              </a:extLst>
            </p:cNvPr>
            <p:cNvSpPr/>
            <p:nvPr/>
          </p:nvSpPr>
          <p:spPr>
            <a:xfrm>
              <a:off x="1097280" y="9372600"/>
              <a:ext cx="5029200" cy="594360"/>
            </a:xfrm>
            <a:prstGeom prst="roundRect">
              <a:avLst>
                <a:gd name="adj" fmla="val 10769"/>
              </a:avLst>
            </a:prstGeom>
            <a:solidFill>
              <a:srgbClr val="0E6E5C"/>
            </a:solidFill>
            <a:ln w="6350">
              <a:solidFill>
                <a:srgbClr val="094E4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 23">
              <a:extLst>
                <a:ext uri="{FF2B5EF4-FFF2-40B4-BE49-F238E27FC236}">
                  <a16:creationId xmlns:a16="http://schemas.microsoft.com/office/drawing/2014/main" id="{C244CB10-3C21-F354-8FDD-74947717D040}"/>
                </a:ext>
              </a:extLst>
            </p:cNvPr>
            <p:cNvSpPr/>
            <p:nvPr/>
          </p:nvSpPr>
          <p:spPr>
            <a:xfrm>
              <a:off x="1097280" y="9372600"/>
              <a:ext cx="5029200" cy="594360"/>
            </a:xfrm>
            <a:prstGeom prst="rect">
              <a:avLst/>
            </a:prstGeom>
            <a:noFill/>
            <a:ln/>
          </p:spPr>
          <p:txBody>
            <a:bodyPr wrap="square" lIns="889" tIns="889" rIns="889" bIns="889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Ethanol storage</a:t>
              </a:r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80D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TK-401 ★ repurposed gas holders H-401/H-402</a:t>
              </a:r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A5C4D3C-8F85-8C2A-9C74-AF8C2CF52B8B}"/>
              </a:ext>
            </a:extLst>
          </p:cNvPr>
          <p:cNvGrpSpPr/>
          <p:nvPr/>
        </p:nvGrpSpPr>
        <p:grpSpPr>
          <a:xfrm>
            <a:off x="1166854" y="10646464"/>
            <a:ext cx="5029200" cy="457200"/>
            <a:chOff x="1097280" y="10195560"/>
            <a:chExt cx="5029200" cy="457200"/>
          </a:xfrm>
        </p:grpSpPr>
        <p:sp>
          <p:nvSpPr>
            <p:cNvPr id="44" name="Shape 24">
              <a:extLst>
                <a:ext uri="{FF2B5EF4-FFF2-40B4-BE49-F238E27FC236}">
                  <a16:creationId xmlns:a16="http://schemas.microsoft.com/office/drawing/2014/main" id="{E8784360-771B-E854-6D6E-CD372E40DB27}"/>
                </a:ext>
              </a:extLst>
            </p:cNvPr>
            <p:cNvSpPr/>
            <p:nvPr/>
          </p:nvSpPr>
          <p:spPr>
            <a:xfrm>
              <a:off x="1097280" y="10195560"/>
              <a:ext cx="5029200" cy="457200"/>
            </a:xfrm>
            <a:prstGeom prst="roundRect">
              <a:avLst>
                <a:gd name="adj" fmla="val 14000"/>
              </a:avLst>
            </a:prstGeom>
            <a:solidFill>
              <a:srgbClr val="0E6E5C"/>
            </a:solidFill>
            <a:ln w="6350">
              <a:solidFill>
                <a:srgbClr val="094E4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 25">
              <a:extLst>
                <a:ext uri="{FF2B5EF4-FFF2-40B4-BE49-F238E27FC236}">
                  <a16:creationId xmlns:a16="http://schemas.microsoft.com/office/drawing/2014/main" id="{48DCB7E1-8ECD-EDCB-F514-E6198B3A8D59}"/>
                </a:ext>
              </a:extLst>
            </p:cNvPr>
            <p:cNvSpPr/>
            <p:nvPr/>
          </p:nvSpPr>
          <p:spPr>
            <a:xfrm>
              <a:off x="1097280" y="10195560"/>
              <a:ext cx="5029200" cy="457200"/>
            </a:xfrm>
            <a:prstGeom prst="rect">
              <a:avLst/>
            </a:prstGeom>
            <a:noFill/>
            <a:ln/>
          </p:spPr>
          <p:txBody>
            <a:bodyPr wrap="square" lIns="889" tIns="889" rIns="889" bIns="889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Fuel ethanol distribution</a:t>
              </a:r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0D63F13-6680-29CB-3B3F-7BDFFB24D37A}"/>
              </a:ext>
            </a:extLst>
          </p:cNvPr>
          <p:cNvGrpSpPr/>
          <p:nvPr/>
        </p:nvGrpSpPr>
        <p:grpSpPr>
          <a:xfrm>
            <a:off x="1156915" y="1162878"/>
            <a:ext cx="5029200" cy="594360"/>
            <a:chOff x="1097280" y="1143000"/>
            <a:chExt cx="5029200" cy="594360"/>
          </a:xfrm>
        </p:grpSpPr>
        <p:sp>
          <p:nvSpPr>
            <p:cNvPr id="48" name="Shape 2">
              <a:extLst>
                <a:ext uri="{FF2B5EF4-FFF2-40B4-BE49-F238E27FC236}">
                  <a16:creationId xmlns:a16="http://schemas.microsoft.com/office/drawing/2014/main" id="{91C96C99-3681-91BA-B0D0-47A8E2C3247E}"/>
                </a:ext>
              </a:extLst>
            </p:cNvPr>
            <p:cNvSpPr/>
            <p:nvPr/>
          </p:nvSpPr>
          <p:spPr>
            <a:xfrm>
              <a:off x="1097280" y="1143000"/>
              <a:ext cx="5029200" cy="594360"/>
            </a:xfrm>
            <a:prstGeom prst="roundRect">
              <a:avLst>
                <a:gd name="adj" fmla="val 10769"/>
              </a:avLst>
            </a:prstGeom>
            <a:solidFill>
              <a:srgbClr val="D4D4D4"/>
            </a:solidFill>
            <a:ln w="6350">
              <a:solidFill>
                <a:srgbClr val="AAAAA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 3">
              <a:extLst>
                <a:ext uri="{FF2B5EF4-FFF2-40B4-BE49-F238E27FC236}">
                  <a16:creationId xmlns:a16="http://schemas.microsoft.com/office/drawing/2014/main" id="{9F3C3FCD-A1B4-4598-EDDF-4BC0DFE2E9B7}"/>
                </a:ext>
              </a:extLst>
            </p:cNvPr>
            <p:cNvSpPr/>
            <p:nvPr/>
          </p:nvSpPr>
          <p:spPr>
            <a:xfrm>
              <a:off x="1097280" y="1143000"/>
              <a:ext cx="5029200" cy="594360"/>
            </a:xfrm>
            <a:prstGeom prst="rect">
              <a:avLst/>
            </a:prstGeom>
            <a:noFill/>
            <a:ln/>
          </p:spPr>
          <p:txBody>
            <a:bodyPr wrap="square" lIns="889" tIns="889" rIns="889" bIns="889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22222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Pomace receiving &amp; storage</a:t>
              </a:r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55555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Y-200, receiving pad; max 24 h inventory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B7FE247-219D-EE7B-666E-32451BB76EEB}"/>
              </a:ext>
            </a:extLst>
          </p:cNvPr>
          <p:cNvGrpSpPr/>
          <p:nvPr/>
        </p:nvGrpSpPr>
        <p:grpSpPr>
          <a:xfrm>
            <a:off x="1156915" y="1965648"/>
            <a:ext cx="5029200" cy="594360"/>
            <a:chOff x="1097280" y="1965960"/>
            <a:chExt cx="5029200" cy="594360"/>
          </a:xfrm>
        </p:grpSpPr>
        <p:sp>
          <p:nvSpPr>
            <p:cNvPr id="51" name="Shape 4">
              <a:extLst>
                <a:ext uri="{FF2B5EF4-FFF2-40B4-BE49-F238E27FC236}">
                  <a16:creationId xmlns:a16="http://schemas.microsoft.com/office/drawing/2014/main" id="{599E8B21-DF60-B5F6-0827-ED3656D62B0C}"/>
                </a:ext>
              </a:extLst>
            </p:cNvPr>
            <p:cNvSpPr/>
            <p:nvPr/>
          </p:nvSpPr>
          <p:spPr>
            <a:xfrm>
              <a:off x="1097280" y="1965960"/>
              <a:ext cx="5029200" cy="594360"/>
            </a:xfrm>
            <a:prstGeom prst="roundRect">
              <a:avLst>
                <a:gd name="adj" fmla="val 10769"/>
              </a:avLst>
            </a:prstGeom>
            <a:solidFill>
              <a:srgbClr val="2D7BBF"/>
            </a:solidFill>
            <a:ln w="6350">
              <a:solidFill>
                <a:srgbClr val="1D5B9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 5">
              <a:extLst>
                <a:ext uri="{FF2B5EF4-FFF2-40B4-BE49-F238E27FC236}">
                  <a16:creationId xmlns:a16="http://schemas.microsoft.com/office/drawing/2014/main" id="{FFB6009F-AC2E-192F-74D3-7F32451D3100}"/>
                </a:ext>
              </a:extLst>
            </p:cNvPr>
            <p:cNvSpPr/>
            <p:nvPr/>
          </p:nvSpPr>
          <p:spPr>
            <a:xfrm>
              <a:off x="1097280" y="1965960"/>
              <a:ext cx="5029200" cy="594360"/>
            </a:xfrm>
            <a:prstGeom prst="rect">
              <a:avLst/>
            </a:prstGeom>
            <a:noFill/>
            <a:ln/>
          </p:spPr>
          <p:txBody>
            <a:bodyPr wrap="square" lIns="889" tIns="889" rIns="889" bIns="889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Feed preparation / milling</a:t>
              </a:r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BDD5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SR-201, hammermill; 5-10 mm particle size</a:t>
              </a:r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95" name="Text 59">
            <a:extLst>
              <a:ext uri="{FF2B5EF4-FFF2-40B4-BE49-F238E27FC236}">
                <a16:creationId xmlns:a16="http://schemas.microsoft.com/office/drawing/2014/main" id="{18DB05EE-754B-C797-B7A3-2DD5D9CF9B44}"/>
              </a:ext>
            </a:extLst>
          </p:cNvPr>
          <p:cNvSpPr/>
          <p:nvPr/>
        </p:nvSpPr>
        <p:spPr>
          <a:xfrm>
            <a:off x="707231" y="11520154"/>
            <a:ext cx="9567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Legend: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Shape 60">
            <a:extLst>
              <a:ext uri="{FF2B5EF4-FFF2-40B4-BE49-F238E27FC236}">
                <a16:creationId xmlns:a16="http://schemas.microsoft.com/office/drawing/2014/main" id="{FFF00F5A-4256-5F11-D706-08BED150952E}"/>
              </a:ext>
            </a:extLst>
          </p:cNvPr>
          <p:cNvSpPr/>
          <p:nvPr/>
        </p:nvSpPr>
        <p:spPr>
          <a:xfrm>
            <a:off x="1522600" y="11644026"/>
            <a:ext cx="502920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61">
            <a:extLst>
              <a:ext uri="{FF2B5EF4-FFF2-40B4-BE49-F238E27FC236}">
                <a16:creationId xmlns:a16="http://schemas.microsoft.com/office/drawing/2014/main" id="{E3CC6801-6DA2-37AA-FAC3-283FD146C228}"/>
              </a:ext>
            </a:extLst>
          </p:cNvPr>
          <p:cNvSpPr/>
          <p:nvPr/>
        </p:nvSpPr>
        <p:spPr>
          <a:xfrm>
            <a:off x="2047875" y="11520154"/>
            <a:ext cx="2181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Liquid / slurry stream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Shape 62">
            <a:extLst>
              <a:ext uri="{FF2B5EF4-FFF2-40B4-BE49-F238E27FC236}">
                <a16:creationId xmlns:a16="http://schemas.microsoft.com/office/drawing/2014/main" id="{9B54F367-7D12-E68F-5AFD-02AA90C46772}"/>
              </a:ext>
            </a:extLst>
          </p:cNvPr>
          <p:cNvSpPr/>
          <p:nvPr/>
        </p:nvSpPr>
        <p:spPr>
          <a:xfrm>
            <a:off x="4059936" y="11644026"/>
            <a:ext cx="502920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63">
            <a:extLst>
              <a:ext uri="{FF2B5EF4-FFF2-40B4-BE49-F238E27FC236}">
                <a16:creationId xmlns:a16="http://schemas.microsoft.com/office/drawing/2014/main" id="{85BC7147-8B7D-14C9-9C6A-48DE1B47CF3B}"/>
              </a:ext>
            </a:extLst>
          </p:cNvPr>
          <p:cNvSpPr/>
          <p:nvPr/>
        </p:nvSpPr>
        <p:spPr>
          <a:xfrm>
            <a:off x="4572124" y="11520154"/>
            <a:ext cx="1897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Liquid/gas byproduct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Shape 64">
            <a:extLst>
              <a:ext uri="{FF2B5EF4-FFF2-40B4-BE49-F238E27FC236}">
                <a16:creationId xmlns:a16="http://schemas.microsoft.com/office/drawing/2014/main" id="{76F74D21-F005-B00B-5DBD-99171C9C9F00}"/>
              </a:ext>
            </a:extLst>
          </p:cNvPr>
          <p:cNvSpPr/>
          <p:nvPr/>
        </p:nvSpPr>
        <p:spPr>
          <a:xfrm>
            <a:off x="6560820" y="11629882"/>
            <a:ext cx="50292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65">
            <a:extLst>
              <a:ext uri="{FF2B5EF4-FFF2-40B4-BE49-F238E27FC236}">
                <a16:creationId xmlns:a16="http://schemas.microsoft.com/office/drawing/2014/main" id="{D02DEA4D-970A-DF02-1494-82E7AC3B1F49}"/>
              </a:ext>
            </a:extLst>
          </p:cNvPr>
          <p:cNvSpPr/>
          <p:nvPr/>
        </p:nvSpPr>
        <p:spPr>
          <a:xfrm>
            <a:off x="7109460" y="1152015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Solid feed / byproduct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A06416C7-7652-ED34-F548-8F22A1710DFE}"/>
              </a:ext>
            </a:extLst>
          </p:cNvPr>
          <p:cNvGrpSpPr/>
          <p:nvPr/>
        </p:nvGrpSpPr>
        <p:grpSpPr>
          <a:xfrm>
            <a:off x="832104" y="12505242"/>
            <a:ext cx="8394192" cy="201168"/>
            <a:chOff x="329184" y="12214304"/>
            <a:chExt cx="8394192" cy="201168"/>
          </a:xfrm>
        </p:grpSpPr>
        <p:sp>
          <p:nvSpPr>
            <p:cNvPr id="103" name="Shape 66">
              <a:extLst>
                <a:ext uri="{FF2B5EF4-FFF2-40B4-BE49-F238E27FC236}">
                  <a16:creationId xmlns:a16="http://schemas.microsoft.com/office/drawing/2014/main" id="{7E6CFC28-B216-8260-8ED2-443148577184}"/>
                </a:ext>
              </a:extLst>
            </p:cNvPr>
            <p:cNvSpPr/>
            <p:nvPr/>
          </p:nvSpPr>
          <p:spPr>
            <a:xfrm>
              <a:off x="329184" y="12214304"/>
              <a:ext cx="201168" cy="201168"/>
            </a:xfrm>
            <a:prstGeom prst="roundRect">
              <a:avLst>
                <a:gd name="adj" fmla="val 13636"/>
              </a:avLst>
            </a:prstGeom>
            <a:solidFill>
              <a:srgbClr val="7955C2"/>
            </a:solidFill>
            <a:ln w="6350">
              <a:solidFill>
                <a:srgbClr val="5A3DA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Text 67">
              <a:extLst>
                <a:ext uri="{FF2B5EF4-FFF2-40B4-BE49-F238E27FC236}">
                  <a16:creationId xmlns:a16="http://schemas.microsoft.com/office/drawing/2014/main" id="{CD25EEF8-A36F-413F-7EAE-4097DF912DED}"/>
                </a:ext>
              </a:extLst>
            </p:cNvPr>
            <p:cNvSpPr/>
            <p:nvPr/>
          </p:nvSpPr>
          <p:spPr>
            <a:xfrm>
              <a:off x="585216" y="12214304"/>
              <a:ext cx="14173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Aspen model</a:t>
              </a:r>
            </a:p>
          </p:txBody>
        </p:sp>
        <p:sp>
          <p:nvSpPr>
            <p:cNvPr id="105" name="Shape 68">
              <a:extLst>
                <a:ext uri="{FF2B5EF4-FFF2-40B4-BE49-F238E27FC236}">
                  <a16:creationId xmlns:a16="http://schemas.microsoft.com/office/drawing/2014/main" id="{09D52D10-F832-38CC-58AA-EA0B529F4AD5}"/>
                </a:ext>
              </a:extLst>
            </p:cNvPr>
            <p:cNvSpPr/>
            <p:nvPr/>
          </p:nvSpPr>
          <p:spPr>
            <a:xfrm>
              <a:off x="1929384" y="12214304"/>
              <a:ext cx="201168" cy="201168"/>
            </a:xfrm>
            <a:prstGeom prst="roundRect">
              <a:avLst>
                <a:gd name="adj" fmla="val 13636"/>
              </a:avLst>
            </a:prstGeom>
            <a:solidFill>
              <a:srgbClr val="2D7BBF"/>
            </a:solidFill>
            <a:ln w="6350">
              <a:solidFill>
                <a:srgbClr val="1D5B9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Text 69">
              <a:extLst>
                <a:ext uri="{FF2B5EF4-FFF2-40B4-BE49-F238E27FC236}">
                  <a16:creationId xmlns:a16="http://schemas.microsoft.com/office/drawing/2014/main" id="{14739452-1DB2-7822-B759-685FF9037070}"/>
                </a:ext>
              </a:extLst>
            </p:cNvPr>
            <p:cNvSpPr/>
            <p:nvPr/>
          </p:nvSpPr>
          <p:spPr>
            <a:xfrm>
              <a:off x="2185416" y="12214304"/>
              <a:ext cx="14173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Hand calc</a:t>
              </a:r>
            </a:p>
          </p:txBody>
        </p:sp>
        <p:sp>
          <p:nvSpPr>
            <p:cNvPr id="107" name="Shape 70">
              <a:extLst>
                <a:ext uri="{FF2B5EF4-FFF2-40B4-BE49-F238E27FC236}">
                  <a16:creationId xmlns:a16="http://schemas.microsoft.com/office/drawing/2014/main" id="{281511A5-86D4-C0A6-5151-E57CED3CF5BF}"/>
                </a:ext>
              </a:extLst>
            </p:cNvPr>
            <p:cNvSpPr/>
            <p:nvPr/>
          </p:nvSpPr>
          <p:spPr>
            <a:xfrm>
              <a:off x="3300984" y="12214304"/>
              <a:ext cx="201168" cy="201168"/>
            </a:xfrm>
            <a:prstGeom prst="roundRect">
              <a:avLst>
                <a:gd name="adj" fmla="val 13636"/>
              </a:avLst>
            </a:prstGeom>
            <a:solidFill>
              <a:srgbClr val="0E6E5C"/>
            </a:solidFill>
            <a:ln w="6350">
              <a:noFill/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8" name="Text 71">
              <a:extLst>
                <a:ext uri="{FF2B5EF4-FFF2-40B4-BE49-F238E27FC236}">
                  <a16:creationId xmlns:a16="http://schemas.microsoft.com/office/drawing/2014/main" id="{3E595AEE-20A3-8C84-23C1-9E34B365DE09}"/>
                </a:ext>
              </a:extLst>
            </p:cNvPr>
            <p:cNvSpPr/>
            <p:nvPr/>
          </p:nvSpPr>
          <p:spPr>
            <a:xfrm>
              <a:off x="3557016" y="12214304"/>
              <a:ext cx="14173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Storage/output</a:t>
              </a:r>
            </a:p>
          </p:txBody>
        </p:sp>
        <p:sp>
          <p:nvSpPr>
            <p:cNvPr id="109" name="Shape 72">
              <a:extLst>
                <a:ext uri="{FF2B5EF4-FFF2-40B4-BE49-F238E27FC236}">
                  <a16:creationId xmlns:a16="http://schemas.microsoft.com/office/drawing/2014/main" id="{248C4315-FB07-6A73-D2D5-9E8F9837B521}"/>
                </a:ext>
              </a:extLst>
            </p:cNvPr>
            <p:cNvSpPr/>
            <p:nvPr/>
          </p:nvSpPr>
          <p:spPr>
            <a:xfrm>
              <a:off x="4946904" y="12214304"/>
              <a:ext cx="201168" cy="201168"/>
            </a:xfrm>
            <a:prstGeom prst="roundRect">
              <a:avLst>
                <a:gd name="adj" fmla="val 13636"/>
              </a:avLst>
            </a:prstGeom>
            <a:solidFill>
              <a:srgbClr val="D4D4D4"/>
            </a:solidFill>
            <a:ln w="6350">
              <a:noFill/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0" name="Text 73">
              <a:extLst>
                <a:ext uri="{FF2B5EF4-FFF2-40B4-BE49-F238E27FC236}">
                  <a16:creationId xmlns:a16="http://schemas.microsoft.com/office/drawing/2014/main" id="{A0D6B100-B072-8232-B0EA-D2409D079FDB}"/>
                </a:ext>
              </a:extLst>
            </p:cNvPr>
            <p:cNvSpPr/>
            <p:nvPr/>
          </p:nvSpPr>
          <p:spPr>
            <a:xfrm>
              <a:off x="5202936" y="12214304"/>
              <a:ext cx="167335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Transport / receiving</a:t>
              </a:r>
            </a:p>
          </p:txBody>
        </p:sp>
        <p:sp>
          <p:nvSpPr>
            <p:cNvPr id="111" name="Shape 74">
              <a:extLst>
                <a:ext uri="{FF2B5EF4-FFF2-40B4-BE49-F238E27FC236}">
                  <a16:creationId xmlns:a16="http://schemas.microsoft.com/office/drawing/2014/main" id="{78BF3596-B18E-9432-BC4B-4A83F0EEB776}"/>
                </a:ext>
              </a:extLst>
            </p:cNvPr>
            <p:cNvSpPr/>
            <p:nvPr/>
          </p:nvSpPr>
          <p:spPr>
            <a:xfrm>
              <a:off x="7050024" y="12214304"/>
              <a:ext cx="201168" cy="201168"/>
            </a:xfrm>
            <a:prstGeom prst="roundRect">
              <a:avLst>
                <a:gd name="adj" fmla="val 13636"/>
              </a:avLst>
            </a:prstGeom>
            <a:solidFill>
              <a:srgbClr val="E8A200"/>
            </a:solidFill>
            <a:ln w="6350">
              <a:solidFill>
                <a:srgbClr val="C08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Text 75">
              <a:extLst>
                <a:ext uri="{FF2B5EF4-FFF2-40B4-BE49-F238E27FC236}">
                  <a16:creationId xmlns:a16="http://schemas.microsoft.com/office/drawing/2014/main" id="{2E6FF6EE-9EB7-5DD8-21E9-4B11771D5E3E}"/>
                </a:ext>
              </a:extLst>
            </p:cNvPr>
            <p:cNvSpPr/>
            <p:nvPr/>
          </p:nvSpPr>
          <p:spPr>
            <a:xfrm>
              <a:off x="7306056" y="12214304"/>
              <a:ext cx="14173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55555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Byproducts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15" name="Text 39">
            <a:extLst>
              <a:ext uri="{FF2B5EF4-FFF2-40B4-BE49-F238E27FC236}">
                <a16:creationId xmlns:a16="http://schemas.microsoft.com/office/drawing/2014/main" id="{A0790C9A-67D2-A0FD-EFD5-5D997B499C40}"/>
              </a:ext>
            </a:extLst>
          </p:cNvPr>
          <p:cNvSpPr/>
          <p:nvPr/>
        </p:nvSpPr>
        <p:spPr>
          <a:xfrm>
            <a:off x="-89237" y="3049680"/>
            <a:ext cx="8869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44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Steam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Text 41">
            <a:extLst>
              <a:ext uri="{FF2B5EF4-FFF2-40B4-BE49-F238E27FC236}">
                <a16:creationId xmlns:a16="http://schemas.microsoft.com/office/drawing/2014/main" id="{6F082834-E605-F8B2-DF53-757F5D9E77C2}"/>
              </a:ext>
            </a:extLst>
          </p:cNvPr>
          <p:cNvSpPr/>
          <p:nvPr/>
        </p:nvSpPr>
        <p:spPr>
          <a:xfrm>
            <a:off x="0" y="4821182"/>
            <a:ext cx="89289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44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Enzymes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Text 43">
            <a:extLst>
              <a:ext uri="{FF2B5EF4-FFF2-40B4-BE49-F238E27FC236}">
                <a16:creationId xmlns:a16="http://schemas.microsoft.com/office/drawing/2014/main" id="{B8A8D97B-9D4F-F8A5-2FE1-DBD2DB5DBE35}"/>
              </a:ext>
            </a:extLst>
          </p:cNvPr>
          <p:cNvSpPr/>
          <p:nvPr/>
        </p:nvSpPr>
        <p:spPr>
          <a:xfrm>
            <a:off x="115294" y="5690738"/>
            <a:ext cx="6824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44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Yeast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B91DB234-A5F2-03DB-AFFF-5FF9CADDC94A}"/>
              </a:ext>
            </a:extLst>
          </p:cNvPr>
          <p:cNvGrpSpPr/>
          <p:nvPr/>
        </p:nvGrpSpPr>
        <p:grpSpPr>
          <a:xfrm>
            <a:off x="7060957" y="5542306"/>
            <a:ext cx="2377440" cy="591505"/>
            <a:chOff x="7077456" y="3749664"/>
            <a:chExt cx="2377440" cy="457200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25" name="Shape 48">
              <a:extLst>
                <a:ext uri="{FF2B5EF4-FFF2-40B4-BE49-F238E27FC236}">
                  <a16:creationId xmlns:a16="http://schemas.microsoft.com/office/drawing/2014/main" id="{BA21BC37-08EC-3798-2145-B3619F85DFE4}"/>
                </a:ext>
              </a:extLst>
            </p:cNvPr>
            <p:cNvSpPr/>
            <p:nvPr/>
          </p:nvSpPr>
          <p:spPr>
            <a:xfrm>
              <a:off x="7077456" y="3749664"/>
              <a:ext cx="2377440" cy="457200"/>
            </a:xfrm>
            <a:prstGeom prst="roundRect">
              <a:avLst>
                <a:gd name="adj" fmla="val 14000"/>
              </a:avLst>
            </a:prstGeom>
            <a:grpFill/>
            <a:ln w="6350">
              <a:solidFill>
                <a:srgbClr val="C08000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6" name="Text 49">
              <a:extLst>
                <a:ext uri="{FF2B5EF4-FFF2-40B4-BE49-F238E27FC236}">
                  <a16:creationId xmlns:a16="http://schemas.microsoft.com/office/drawing/2014/main" id="{05C5C442-12D4-2D05-B41F-5D17A53E1A04}"/>
                </a:ext>
              </a:extLst>
            </p:cNvPr>
            <p:cNvSpPr/>
            <p:nvPr/>
          </p:nvSpPr>
          <p:spPr>
            <a:xfrm>
              <a:off x="7306056" y="3749664"/>
              <a:ext cx="2011199" cy="457200"/>
            </a:xfrm>
            <a:prstGeom prst="rect">
              <a:avLst/>
            </a:prstGeom>
            <a:grpFill/>
            <a:ln/>
          </p:spPr>
          <p:txBody>
            <a:bodyPr wrap="square" lIns="635" tIns="635" rIns="635" bIns="635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CO₂ vent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27" name="Text 52">
            <a:extLst>
              <a:ext uri="{FF2B5EF4-FFF2-40B4-BE49-F238E27FC236}">
                <a16:creationId xmlns:a16="http://schemas.microsoft.com/office/drawing/2014/main" id="{3F582AA0-58F1-5D0B-74EC-64819C4EFF0F}"/>
              </a:ext>
            </a:extLst>
          </p:cNvPr>
          <p:cNvSpPr/>
          <p:nvPr/>
        </p:nvSpPr>
        <p:spPr>
          <a:xfrm>
            <a:off x="7077456" y="4572624"/>
            <a:ext cx="23774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Yeast / cell mass</a:t>
            </a:r>
            <a:endParaRPr lang="en-US" sz="1100" dirty="0"/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043BF5A8-DAF0-FA93-7AB6-622F97433C90}"/>
              </a:ext>
            </a:extLst>
          </p:cNvPr>
          <p:cNvGrpSpPr/>
          <p:nvPr/>
        </p:nvGrpSpPr>
        <p:grpSpPr>
          <a:xfrm>
            <a:off x="7050024" y="7211188"/>
            <a:ext cx="2377440" cy="594360"/>
            <a:chOff x="6309360" y="6972300"/>
            <a:chExt cx="2377440" cy="457200"/>
          </a:xfrm>
        </p:grpSpPr>
        <p:sp>
          <p:nvSpPr>
            <p:cNvPr id="138" name="Shape 54">
              <a:extLst>
                <a:ext uri="{FF2B5EF4-FFF2-40B4-BE49-F238E27FC236}">
                  <a16:creationId xmlns:a16="http://schemas.microsoft.com/office/drawing/2014/main" id="{D5F97B71-50A5-07CB-EA90-4CBB54573049}"/>
                </a:ext>
              </a:extLst>
            </p:cNvPr>
            <p:cNvSpPr/>
            <p:nvPr/>
          </p:nvSpPr>
          <p:spPr>
            <a:xfrm>
              <a:off x="6309360" y="6972300"/>
              <a:ext cx="2377440" cy="457200"/>
            </a:xfrm>
            <a:prstGeom prst="roundRect">
              <a:avLst>
                <a:gd name="adj" fmla="val 14000"/>
              </a:avLst>
            </a:prstGeom>
            <a:solidFill>
              <a:schemeClr val="bg1">
                <a:lumMod val="50000"/>
              </a:schemeClr>
            </a:solidFill>
            <a:ln w="6350">
              <a:solidFill>
                <a:srgbClr val="C08000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9" name="Text 55">
              <a:extLst>
                <a:ext uri="{FF2B5EF4-FFF2-40B4-BE49-F238E27FC236}">
                  <a16:creationId xmlns:a16="http://schemas.microsoft.com/office/drawing/2014/main" id="{9971CC69-29DB-A2CA-1AB9-32F7A115009B}"/>
                </a:ext>
              </a:extLst>
            </p:cNvPr>
            <p:cNvSpPr/>
            <p:nvPr/>
          </p:nvSpPr>
          <p:spPr>
            <a:xfrm>
              <a:off x="6309360" y="6972300"/>
              <a:ext cx="2377440" cy="457200"/>
            </a:xfrm>
            <a:prstGeom prst="rect">
              <a:avLst/>
            </a:prstGeom>
            <a:noFill/>
            <a:ln/>
          </p:spPr>
          <p:txBody>
            <a:bodyPr wrap="square" lIns="635" tIns="635" rIns="635" bIns="635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Depleted Pomace (Waste)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C4CE375C-CE0C-6D17-45EB-AEDFB5726D9B}"/>
              </a:ext>
            </a:extLst>
          </p:cNvPr>
          <p:cNvGrpSpPr/>
          <p:nvPr/>
        </p:nvGrpSpPr>
        <p:grpSpPr>
          <a:xfrm>
            <a:off x="7050024" y="6337498"/>
            <a:ext cx="2377440" cy="594360"/>
            <a:chOff x="6309360" y="6972300"/>
            <a:chExt cx="2377440" cy="457200"/>
          </a:xfrm>
        </p:grpSpPr>
        <p:sp>
          <p:nvSpPr>
            <p:cNvPr id="141" name="Shape 54">
              <a:extLst>
                <a:ext uri="{FF2B5EF4-FFF2-40B4-BE49-F238E27FC236}">
                  <a16:creationId xmlns:a16="http://schemas.microsoft.com/office/drawing/2014/main" id="{B25CE9CF-F714-4FFE-88B5-B8E0F249004B}"/>
                </a:ext>
              </a:extLst>
            </p:cNvPr>
            <p:cNvSpPr/>
            <p:nvPr/>
          </p:nvSpPr>
          <p:spPr>
            <a:xfrm>
              <a:off x="6309360" y="6972300"/>
              <a:ext cx="2377440" cy="457200"/>
            </a:xfrm>
            <a:prstGeom prst="roundRect">
              <a:avLst>
                <a:gd name="adj" fmla="val 14000"/>
              </a:avLst>
            </a:prstGeom>
            <a:solidFill>
              <a:srgbClr val="E8A200"/>
            </a:solidFill>
            <a:ln w="6350">
              <a:solidFill>
                <a:srgbClr val="C08000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2" name="Text 55">
              <a:extLst>
                <a:ext uri="{FF2B5EF4-FFF2-40B4-BE49-F238E27FC236}">
                  <a16:creationId xmlns:a16="http://schemas.microsoft.com/office/drawing/2014/main" id="{83A098F1-6614-71ED-93DC-3C7A372F6113}"/>
                </a:ext>
              </a:extLst>
            </p:cNvPr>
            <p:cNvSpPr/>
            <p:nvPr/>
          </p:nvSpPr>
          <p:spPr>
            <a:xfrm>
              <a:off x="6309360" y="6972300"/>
              <a:ext cx="2377440" cy="457200"/>
            </a:xfrm>
            <a:prstGeom prst="rect">
              <a:avLst/>
            </a:prstGeom>
            <a:noFill/>
            <a:ln/>
          </p:spPr>
          <p:txBody>
            <a:bodyPr wrap="square" lIns="635" tIns="635" rIns="635" bIns="635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Yeast / Cell Mass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DFD73C66-9425-FE60-497F-67D112D5F5BD}"/>
              </a:ext>
            </a:extLst>
          </p:cNvPr>
          <p:cNvGrpSpPr/>
          <p:nvPr/>
        </p:nvGrpSpPr>
        <p:grpSpPr>
          <a:xfrm>
            <a:off x="7077456" y="8054664"/>
            <a:ext cx="2377440" cy="529139"/>
            <a:chOff x="6309360" y="6972300"/>
            <a:chExt cx="2377440" cy="457200"/>
          </a:xfrm>
        </p:grpSpPr>
        <p:sp>
          <p:nvSpPr>
            <p:cNvPr id="144" name="Shape 54">
              <a:extLst>
                <a:ext uri="{FF2B5EF4-FFF2-40B4-BE49-F238E27FC236}">
                  <a16:creationId xmlns:a16="http://schemas.microsoft.com/office/drawing/2014/main" id="{0659AEFB-A855-AA02-F103-5DC3E02E1861}"/>
                </a:ext>
              </a:extLst>
            </p:cNvPr>
            <p:cNvSpPr/>
            <p:nvPr/>
          </p:nvSpPr>
          <p:spPr>
            <a:xfrm>
              <a:off x="6309360" y="6972300"/>
              <a:ext cx="2377440" cy="457200"/>
            </a:xfrm>
            <a:prstGeom prst="roundRect">
              <a:avLst>
                <a:gd name="adj" fmla="val 14000"/>
              </a:avLst>
            </a:prstGeom>
            <a:solidFill>
              <a:srgbClr val="E8A200"/>
            </a:solidFill>
            <a:ln w="6350">
              <a:solidFill>
                <a:srgbClr val="C08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Text 55">
              <a:extLst>
                <a:ext uri="{FF2B5EF4-FFF2-40B4-BE49-F238E27FC236}">
                  <a16:creationId xmlns:a16="http://schemas.microsoft.com/office/drawing/2014/main" id="{643722BF-F0E0-543A-AFA0-66CDB47FD09F}"/>
                </a:ext>
              </a:extLst>
            </p:cNvPr>
            <p:cNvSpPr/>
            <p:nvPr/>
          </p:nvSpPr>
          <p:spPr>
            <a:xfrm>
              <a:off x="6309360" y="6972300"/>
              <a:ext cx="2377440" cy="457200"/>
            </a:xfrm>
            <a:prstGeom prst="rect">
              <a:avLst/>
            </a:prstGeom>
            <a:noFill/>
            <a:ln/>
          </p:spPr>
          <p:txBody>
            <a:bodyPr wrap="square" lIns="635" tIns="635" rIns="635" bIns="635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Wastewater </a:t>
              </a:r>
              <a:r>
                <a:rPr lang="en-US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 WWT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7D4E7477-98B1-5066-8971-0E9D035FBBE7}"/>
              </a:ext>
            </a:extLst>
          </p:cNvPr>
          <p:cNvCxnSpPr>
            <a:stCxn id="21" idx="3"/>
            <a:endCxn id="125" idx="1"/>
          </p:cNvCxnSpPr>
          <p:nvPr/>
        </p:nvCxnSpPr>
        <p:spPr>
          <a:xfrm flipV="1">
            <a:off x="6186115" y="5838059"/>
            <a:ext cx="874842" cy="1885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2884BECA-5542-4E49-2168-3DEE1B49691D}"/>
              </a:ext>
            </a:extLst>
          </p:cNvPr>
          <p:cNvGrpSpPr/>
          <p:nvPr/>
        </p:nvGrpSpPr>
        <p:grpSpPr>
          <a:xfrm>
            <a:off x="1166854" y="8054664"/>
            <a:ext cx="5029200" cy="594360"/>
            <a:chOff x="1097280" y="7726680"/>
            <a:chExt cx="5029200" cy="594360"/>
          </a:xfrm>
        </p:grpSpPr>
        <p:sp>
          <p:nvSpPr>
            <p:cNvPr id="177" name="Shape 18">
              <a:extLst>
                <a:ext uri="{FF2B5EF4-FFF2-40B4-BE49-F238E27FC236}">
                  <a16:creationId xmlns:a16="http://schemas.microsoft.com/office/drawing/2014/main" id="{93C3B01C-D393-2B01-083D-A26083FBF1C7}"/>
                </a:ext>
              </a:extLst>
            </p:cNvPr>
            <p:cNvSpPr/>
            <p:nvPr/>
          </p:nvSpPr>
          <p:spPr>
            <a:xfrm>
              <a:off x="1097280" y="7726680"/>
              <a:ext cx="5029200" cy="594360"/>
            </a:xfrm>
            <a:prstGeom prst="roundRect">
              <a:avLst>
                <a:gd name="adj" fmla="val 10769"/>
              </a:avLst>
            </a:prstGeom>
            <a:solidFill>
              <a:srgbClr val="7955C2"/>
            </a:solidFill>
            <a:ln w="6350">
              <a:solidFill>
                <a:srgbClr val="5A3DA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8" name="Text 19">
              <a:extLst>
                <a:ext uri="{FF2B5EF4-FFF2-40B4-BE49-F238E27FC236}">
                  <a16:creationId xmlns:a16="http://schemas.microsoft.com/office/drawing/2014/main" id="{9D218C9A-23A3-2AC4-9232-1095A397C19F}"/>
                </a:ext>
              </a:extLst>
            </p:cNvPr>
            <p:cNvSpPr/>
            <p:nvPr/>
          </p:nvSpPr>
          <p:spPr>
            <a:xfrm>
              <a:off x="1828800" y="7726680"/>
              <a:ext cx="3703321" cy="594360"/>
            </a:xfrm>
            <a:prstGeom prst="rect">
              <a:avLst/>
            </a:prstGeom>
            <a:noFill/>
            <a:ln/>
          </p:spPr>
          <p:txBody>
            <a:bodyPr wrap="square" lIns="889" tIns="889" rIns="889" bIns="889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Rectification column</a:t>
              </a:r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DDD0F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Aspen Plus V14: T-402, rectification column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FD116CF-8348-7BB3-1D25-1DA65B77445E}"/>
              </a:ext>
            </a:extLst>
          </p:cNvPr>
          <p:cNvCxnSpPr>
            <a:stCxn id="92" idx="2"/>
            <a:endCxn id="49" idx="0"/>
          </p:cNvCxnSpPr>
          <p:nvPr/>
        </p:nvCxnSpPr>
        <p:spPr>
          <a:xfrm>
            <a:off x="3671515" y="954468"/>
            <a:ext cx="0" cy="2084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B5B47D6-68A1-D297-F90B-9FF0DB912B03}"/>
              </a:ext>
            </a:extLst>
          </p:cNvPr>
          <p:cNvCxnSpPr>
            <a:cxnSpLocks/>
            <a:stCxn id="15" idx="2"/>
            <a:endCxn id="19" idx="0"/>
          </p:cNvCxnSpPr>
          <p:nvPr/>
        </p:nvCxnSpPr>
        <p:spPr>
          <a:xfrm>
            <a:off x="3671515" y="4389744"/>
            <a:ext cx="0" cy="2793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7B58ECD-DCC1-37E8-F920-F4680E70CA59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3671515" y="5263434"/>
            <a:ext cx="0" cy="2793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AFC2752-663C-FAA4-D6B9-C2CCB9C791BA}"/>
              </a:ext>
            </a:extLst>
          </p:cNvPr>
          <p:cNvCxnSpPr/>
          <p:nvPr/>
        </p:nvCxnSpPr>
        <p:spPr>
          <a:xfrm>
            <a:off x="3681454" y="6133811"/>
            <a:ext cx="0" cy="2084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5DA2F6D-E6A3-02E8-E2B2-51A898F73C93}"/>
              </a:ext>
            </a:extLst>
          </p:cNvPr>
          <p:cNvCxnSpPr>
            <a:cxnSpLocks/>
            <a:stCxn id="24" idx="2"/>
          </p:cNvCxnSpPr>
          <p:nvPr/>
        </p:nvCxnSpPr>
        <p:spPr>
          <a:xfrm flipH="1">
            <a:off x="3671515" y="6931858"/>
            <a:ext cx="9939" cy="2793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979F5AE-6535-303D-B3DB-E44F449BA684}"/>
              </a:ext>
            </a:extLst>
          </p:cNvPr>
          <p:cNvCxnSpPr>
            <a:cxnSpLocks/>
            <a:stCxn id="29" idx="2"/>
            <a:endCxn id="177" idx="0"/>
          </p:cNvCxnSpPr>
          <p:nvPr/>
        </p:nvCxnSpPr>
        <p:spPr>
          <a:xfrm>
            <a:off x="3681454" y="7805548"/>
            <a:ext cx="0" cy="2491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22B89FB-D4E8-2FF4-69BD-D26B97B3878B}"/>
              </a:ext>
            </a:extLst>
          </p:cNvPr>
          <p:cNvCxnSpPr>
            <a:cxnSpLocks/>
            <a:stCxn id="177" idx="2"/>
          </p:cNvCxnSpPr>
          <p:nvPr/>
        </p:nvCxnSpPr>
        <p:spPr>
          <a:xfrm>
            <a:off x="3681454" y="8649024"/>
            <a:ext cx="3976" cy="3095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F88FD45-FB93-4A2D-05D9-4D04D24A285A}"/>
              </a:ext>
            </a:extLst>
          </p:cNvPr>
          <p:cNvCxnSpPr>
            <a:cxnSpLocks/>
            <a:stCxn id="35" idx="2"/>
          </p:cNvCxnSpPr>
          <p:nvPr/>
        </p:nvCxnSpPr>
        <p:spPr>
          <a:xfrm flipH="1">
            <a:off x="3671515" y="9552928"/>
            <a:ext cx="9939" cy="2793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F4FC59B-B4D3-4EF3-7EC0-B7A1F2B29577}"/>
              </a:ext>
            </a:extLst>
          </p:cNvPr>
          <p:cNvCxnSpPr/>
          <p:nvPr/>
        </p:nvCxnSpPr>
        <p:spPr>
          <a:xfrm>
            <a:off x="3671515" y="10438054"/>
            <a:ext cx="0" cy="2084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E25F7D3-B395-5279-5E94-14D6F65E5A1A}"/>
              </a:ext>
            </a:extLst>
          </p:cNvPr>
          <p:cNvCxnSpPr>
            <a:cxnSpLocks/>
            <a:stCxn id="12" idx="2"/>
            <a:endCxn id="16" idx="0"/>
          </p:cNvCxnSpPr>
          <p:nvPr/>
        </p:nvCxnSpPr>
        <p:spPr>
          <a:xfrm>
            <a:off x="3671515" y="3474876"/>
            <a:ext cx="0" cy="3205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8501EC3-B7F4-6BFB-BFFC-A2F8EED34ECE}"/>
              </a:ext>
            </a:extLst>
          </p:cNvPr>
          <p:cNvCxnSpPr/>
          <p:nvPr/>
        </p:nvCxnSpPr>
        <p:spPr>
          <a:xfrm>
            <a:off x="3671515" y="1757238"/>
            <a:ext cx="0" cy="2084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F0D90DD-60BC-25C4-1F64-580292745F34}"/>
              </a:ext>
            </a:extLst>
          </p:cNvPr>
          <p:cNvCxnSpPr>
            <a:cxnSpLocks/>
            <a:stCxn id="51" idx="2"/>
            <a:endCxn id="12" idx="0"/>
          </p:cNvCxnSpPr>
          <p:nvPr/>
        </p:nvCxnSpPr>
        <p:spPr>
          <a:xfrm>
            <a:off x="3671515" y="2560008"/>
            <a:ext cx="0" cy="3205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6784EB1-CCA7-E8D2-9DE9-424DB178EEE2}"/>
              </a:ext>
            </a:extLst>
          </p:cNvPr>
          <p:cNvCxnSpPr>
            <a:endCxn id="21" idx="1"/>
          </p:cNvCxnSpPr>
          <p:nvPr/>
        </p:nvCxnSpPr>
        <p:spPr>
          <a:xfrm>
            <a:off x="845344" y="5838059"/>
            <a:ext cx="311571" cy="18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AA2A06E-9971-BA52-428F-5F05C2D70D00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923925" y="4966254"/>
            <a:ext cx="2329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9D68496-5B89-D148-6E43-51D5EE954761}"/>
              </a:ext>
            </a:extLst>
          </p:cNvPr>
          <p:cNvCxnSpPr>
            <a:cxnSpLocks/>
            <a:stCxn id="115" idx="3"/>
            <a:endCxn id="12" idx="1"/>
          </p:cNvCxnSpPr>
          <p:nvPr/>
        </p:nvCxnSpPr>
        <p:spPr>
          <a:xfrm>
            <a:off x="797719" y="3177696"/>
            <a:ext cx="35919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B68ED953-3F51-585D-B5C3-3EB204C9CD1E}"/>
              </a:ext>
            </a:extLst>
          </p:cNvPr>
          <p:cNvSpPr txBox="1"/>
          <p:nvPr/>
        </p:nvSpPr>
        <p:spPr>
          <a:xfrm>
            <a:off x="733425" y="11812146"/>
            <a:ext cx="83693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★ = Unit repurposed from original coal gasification plant</a:t>
            </a:r>
          </a:p>
        </p:txBody>
      </p:sp>
      <p:sp>
        <p:nvSpPr>
          <p:cNvPr id="2" name="Shape 44">
            <a:extLst>
              <a:ext uri="{FF2B5EF4-FFF2-40B4-BE49-F238E27FC236}">
                <a16:creationId xmlns:a16="http://schemas.microsoft.com/office/drawing/2014/main" id="{865546FC-CD8D-7045-5128-548C9AA24F7E}"/>
              </a:ext>
            </a:extLst>
          </p:cNvPr>
          <p:cNvSpPr/>
          <p:nvPr/>
        </p:nvSpPr>
        <p:spPr>
          <a:xfrm flipH="1" flipV="1">
            <a:off x="6196054" y="6610593"/>
            <a:ext cx="866797" cy="14944"/>
          </a:xfrm>
          <a:prstGeom prst="line">
            <a:avLst/>
          </a:prstGeom>
          <a:noFill/>
          <a:ln w="15240">
            <a:solidFill>
              <a:srgbClr val="999999"/>
            </a:solidFill>
            <a:prstDash val="sysDot"/>
            <a:tailEnd type="triangle"/>
          </a:ln>
        </p:spPr>
        <p:txBody>
          <a:bodyPr/>
          <a:lstStyle/>
          <a:p>
            <a:pPr defTabSz="9144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56">
            <a:extLst>
              <a:ext uri="{FF2B5EF4-FFF2-40B4-BE49-F238E27FC236}">
                <a16:creationId xmlns:a16="http://schemas.microsoft.com/office/drawing/2014/main" id="{FFCB8ECC-CD52-F554-A398-05A6C41F2536}"/>
              </a:ext>
            </a:extLst>
          </p:cNvPr>
          <p:cNvSpPr/>
          <p:nvPr/>
        </p:nvSpPr>
        <p:spPr>
          <a:xfrm flipH="1" flipV="1">
            <a:off x="6196054" y="8345929"/>
            <a:ext cx="874841" cy="725"/>
          </a:xfrm>
          <a:prstGeom prst="line">
            <a:avLst/>
          </a:prstGeom>
          <a:noFill/>
          <a:ln w="15240">
            <a:solidFill>
              <a:srgbClr val="444444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56">
            <a:extLst>
              <a:ext uri="{FF2B5EF4-FFF2-40B4-BE49-F238E27FC236}">
                <a16:creationId xmlns:a16="http://schemas.microsoft.com/office/drawing/2014/main" id="{0209AB1C-7222-D876-E401-FC9DF3EE3100}"/>
              </a:ext>
            </a:extLst>
          </p:cNvPr>
          <p:cNvSpPr/>
          <p:nvPr/>
        </p:nvSpPr>
        <p:spPr>
          <a:xfrm flipV="1">
            <a:off x="6196054" y="7511171"/>
            <a:ext cx="864902" cy="5106"/>
          </a:xfrm>
          <a:prstGeom prst="line">
            <a:avLst/>
          </a:prstGeom>
          <a:noFill/>
          <a:ln w="15240">
            <a:solidFill>
              <a:srgbClr val="999999"/>
            </a:solidFill>
            <a:prstDash val="sysDot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66">
            <a:extLst>
              <a:ext uri="{FF2B5EF4-FFF2-40B4-BE49-F238E27FC236}">
                <a16:creationId xmlns:a16="http://schemas.microsoft.com/office/drawing/2014/main" id="{F816189E-E62E-6755-B2C8-E17B77E81696}"/>
              </a:ext>
            </a:extLst>
          </p:cNvPr>
          <p:cNvSpPr/>
          <p:nvPr/>
        </p:nvSpPr>
        <p:spPr>
          <a:xfrm>
            <a:off x="839252" y="13032291"/>
            <a:ext cx="201168" cy="201168"/>
          </a:xfrm>
          <a:prstGeom prst="roundRect">
            <a:avLst>
              <a:gd name="adj" fmla="val 13636"/>
            </a:avLst>
          </a:prstGeom>
          <a:solidFill>
            <a:schemeClr val="bg1">
              <a:lumMod val="50000"/>
            </a:schemeClr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66">
            <a:extLst>
              <a:ext uri="{FF2B5EF4-FFF2-40B4-BE49-F238E27FC236}">
                <a16:creationId xmlns:a16="http://schemas.microsoft.com/office/drawing/2014/main" id="{188E1194-A60B-D299-FD56-114D183FF116}"/>
              </a:ext>
            </a:extLst>
          </p:cNvPr>
          <p:cNvSpPr/>
          <p:nvPr/>
        </p:nvSpPr>
        <p:spPr>
          <a:xfrm>
            <a:off x="4092321" y="13032291"/>
            <a:ext cx="201168" cy="201168"/>
          </a:xfrm>
          <a:prstGeom prst="roundRect">
            <a:avLst>
              <a:gd name="adj" fmla="val 13636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9C981AA-BC0C-8B58-2B86-4B9B06FD2614}"/>
              </a:ext>
            </a:extLst>
          </p:cNvPr>
          <p:cNvSpPr txBox="1"/>
          <p:nvPr/>
        </p:nvSpPr>
        <p:spPr>
          <a:xfrm>
            <a:off x="991497" y="12978986"/>
            <a:ext cx="30684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Solid byproduct (depleted pomace)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DA74783-5C24-E923-9EEA-8EBDB09E7719}"/>
              </a:ext>
            </a:extLst>
          </p:cNvPr>
          <p:cNvSpPr txBox="1"/>
          <p:nvPr/>
        </p:nvSpPr>
        <p:spPr>
          <a:xfrm>
            <a:off x="4286725" y="12981077"/>
            <a:ext cx="2798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Gas byproduct (CO₂ vent)</a:t>
            </a:r>
          </a:p>
        </p:txBody>
      </p:sp>
    </p:spTree>
    <p:extLst>
      <p:ext uri="{BB962C8B-B14F-4D97-AF65-F5344CB8AC3E}">
        <p14:creationId xmlns:p14="http://schemas.microsoft.com/office/powerpoint/2010/main" val="1586133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170</TotalTime>
  <Words>214</Words>
  <Application>Microsoft Office PowerPoint</Application>
  <PresentationFormat>Custom</PresentationFormat>
  <Paragraphs>45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 Heien</dc:creator>
  <cp:lastModifiedBy>Mark Heien</cp:lastModifiedBy>
  <cp:revision>1</cp:revision>
  <dcterms:created xsi:type="dcterms:W3CDTF">2026-05-14T17:05:33Z</dcterms:created>
  <dcterms:modified xsi:type="dcterms:W3CDTF">2026-05-15T23:46:45Z</dcterms:modified>
</cp:coreProperties>
</file>